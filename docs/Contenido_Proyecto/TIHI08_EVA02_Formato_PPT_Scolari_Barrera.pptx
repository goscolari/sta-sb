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0"/>
  </p:notesMasterIdLst>
  <p:sldIdLst>
    <p:sldId id="257" r:id="rId5"/>
    <p:sldId id="258" r:id="rId6"/>
    <p:sldId id="259" r:id="rId7"/>
    <p:sldId id="260" r:id="rId8"/>
    <p:sldId id="294" r:id="rId9"/>
    <p:sldId id="379" r:id="rId10"/>
    <p:sldId id="363" r:id="rId11"/>
    <p:sldId id="378" r:id="rId12"/>
    <p:sldId id="364" r:id="rId13"/>
    <p:sldId id="381" r:id="rId14"/>
    <p:sldId id="365" r:id="rId15"/>
    <p:sldId id="292" r:id="rId16"/>
    <p:sldId id="330" r:id="rId17"/>
    <p:sldId id="276" r:id="rId18"/>
    <p:sldId id="310" r:id="rId19"/>
    <p:sldId id="382" r:id="rId20"/>
    <p:sldId id="348" r:id="rId21"/>
    <p:sldId id="349" r:id="rId22"/>
    <p:sldId id="350" r:id="rId23"/>
    <p:sldId id="351" r:id="rId24"/>
    <p:sldId id="311" r:id="rId25"/>
    <p:sldId id="352" r:id="rId26"/>
    <p:sldId id="312" r:id="rId27"/>
    <p:sldId id="353" r:id="rId28"/>
    <p:sldId id="354" r:id="rId29"/>
    <p:sldId id="355" r:id="rId30"/>
    <p:sldId id="356" r:id="rId31"/>
    <p:sldId id="367" r:id="rId32"/>
    <p:sldId id="368" r:id="rId33"/>
    <p:sldId id="383" r:id="rId34"/>
    <p:sldId id="384" r:id="rId35"/>
    <p:sldId id="369" r:id="rId36"/>
    <p:sldId id="385" r:id="rId37"/>
    <p:sldId id="386" r:id="rId38"/>
    <p:sldId id="387" r:id="rId39"/>
    <p:sldId id="388" r:id="rId40"/>
    <p:sldId id="370" r:id="rId41"/>
    <p:sldId id="371" r:id="rId42"/>
    <p:sldId id="372" r:id="rId43"/>
    <p:sldId id="389" r:id="rId44"/>
    <p:sldId id="373" r:id="rId45"/>
    <p:sldId id="374" r:id="rId46"/>
    <p:sldId id="340" r:id="rId47"/>
    <p:sldId id="346" r:id="rId48"/>
    <p:sldId id="347" r:id="rId49"/>
    <p:sldId id="375" r:id="rId50"/>
    <p:sldId id="376" r:id="rId51"/>
    <p:sldId id="377" r:id="rId52"/>
    <p:sldId id="279" r:id="rId53"/>
    <p:sldId id="319" r:id="rId54"/>
    <p:sldId id="320" r:id="rId55"/>
    <p:sldId id="321" r:id="rId56"/>
    <p:sldId id="322" r:id="rId57"/>
    <p:sldId id="324" r:id="rId58"/>
    <p:sldId id="323" r:id="rId5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1pPr>
    <a:lvl2pPr marL="0" marR="0" indent="4572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2pPr>
    <a:lvl3pPr marL="0" marR="0" indent="9144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3pPr>
    <a:lvl4pPr marL="0" marR="0" indent="13716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4pPr>
    <a:lvl5pPr marL="0" marR="0" indent="18288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5pPr>
    <a:lvl6pPr marL="0" marR="0" indent="22860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6pPr>
    <a:lvl7pPr marL="0" marR="0" indent="27432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7pPr>
    <a:lvl8pPr marL="0" marR="0" indent="32004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8pPr>
    <a:lvl9pPr marL="0" marR="0" indent="365760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E60D50-7AEB-43CA-BB21-78A56374E52B}" v="130" dt="2025-11-17T21:23:00.209"/>
    <p1510:client id="{AF345215-201A-4B7A-A9B1-484AF9564C73}" v="315" dt="2025-11-17T18:56:57.094"/>
  </p1510:revLst>
</p1510:revInfo>
</file>

<file path=ppt/tableStyles.xml><?xml version="1.0" encoding="utf-8"?>
<a:tblStyleLst xmlns:a="http://schemas.openxmlformats.org/drawingml/2006/main" def="{5940675A-B579-460E-94D1-54222C63F5DA}">
  <a:tblStyle styleId="{8F44A2F1-9E1F-4B54-A3A2-5F16C0AD49E2}" styleName="">
    <a:tblBg/>
    <a:wholeTbl>
      <a:tcTxStyle b="off" i="off">
        <a:font>
          <a:latin typeface="Open Sans Light"/>
          <a:ea typeface="Open Sans Light"/>
          <a:cs typeface="Open Sans Light"/>
        </a:font>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FFFFFF"/>
          </a:solidFill>
        </a:fill>
      </a:tcStyle>
    </a:wholeTbl>
    <a:band2H>
      <a:tcTxStyle/>
      <a:tcStyle>
        <a:tcBdr/>
        <a:fill>
          <a:solidFill>
            <a:srgbClr val="EBEBEB"/>
          </a:solidFill>
        </a:fill>
      </a:tcStyle>
    </a:band2H>
    <a:firstCol>
      <a:tcTxStyle b="on" i="off">
        <a:font>
          <a:latin typeface="Calibri"/>
          <a:ea typeface="Calibri"/>
          <a:cs typeface="Calibri"/>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DF2427"/>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2614" autoAdjust="0"/>
  </p:normalViewPr>
  <p:slideViewPr>
    <p:cSldViewPr snapToGrid="0" snapToObjects="1" showGuides="1">
      <p:cViewPr>
        <p:scale>
          <a:sx n="82" d="100"/>
          <a:sy n="82" d="100"/>
        </p:scale>
        <p:origin x="-1051" y="-2064"/>
      </p:cViewPr>
      <p:guideLst>
        <p:guide orient="horz" pos="4320"/>
        <p:guide pos="7680"/>
      </p:guideLst>
    </p:cSldViewPr>
  </p:slideViewPr>
  <p:outlineViewPr>
    <p:cViewPr>
      <p:scale>
        <a:sx n="33" d="100"/>
        <a:sy n="33" d="100"/>
      </p:scale>
      <p:origin x="0" y="-1452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NZALO ANDRES SCOLARI OLIVARES" userId="dd02ed4c-31fa-4754-8c45-2b01c9c9f6c0" providerId="ADAL" clId="{2110AD0E-B50B-4582-9567-C39D0D94ABE8}"/>
    <pc:docChg chg="undo redo custSel addSld delSld modSld sldOrd">
      <pc:chgData name="GONZALO ANDRES SCOLARI OLIVARES" userId="dd02ed4c-31fa-4754-8c45-2b01c9c9f6c0" providerId="ADAL" clId="{2110AD0E-B50B-4582-9567-C39D0D94ABE8}" dt="2025-11-17T22:44:10.272" v="2084" actId="1076"/>
      <pc:docMkLst>
        <pc:docMk/>
      </pc:docMkLst>
      <pc:sldChg chg="modSp add del mod modNotesTx">
        <pc:chgData name="GONZALO ANDRES SCOLARI OLIVARES" userId="dd02ed4c-31fa-4754-8c45-2b01c9c9f6c0" providerId="ADAL" clId="{2110AD0E-B50B-4582-9567-C39D0D94ABE8}" dt="2025-11-17T12:04:23.365" v="1893" actId="1076"/>
        <pc:sldMkLst>
          <pc:docMk/>
          <pc:sldMk cId="0" sldId="257"/>
        </pc:sldMkLst>
        <pc:spChg chg="mod">
          <ac:chgData name="GONZALO ANDRES SCOLARI OLIVARES" userId="dd02ed4c-31fa-4754-8c45-2b01c9c9f6c0" providerId="ADAL" clId="{2110AD0E-B50B-4582-9567-C39D0D94ABE8}" dt="2025-11-09T21:42:07.092" v="153" actId="113"/>
          <ac:spMkLst>
            <pc:docMk/>
            <pc:sldMk cId="0" sldId="257"/>
            <ac:spMk id="173" creationId="{00000000-0000-0000-0000-000000000000}"/>
          </ac:spMkLst>
        </pc:spChg>
        <pc:spChg chg="mod">
          <ac:chgData name="GONZALO ANDRES SCOLARI OLIVARES" userId="dd02ed4c-31fa-4754-8c45-2b01c9c9f6c0" providerId="ADAL" clId="{2110AD0E-B50B-4582-9567-C39D0D94ABE8}" dt="2025-11-09T21:42:01.917" v="152"/>
          <ac:spMkLst>
            <pc:docMk/>
            <pc:sldMk cId="0" sldId="257"/>
            <ac:spMk id="174" creationId="{00000000-0000-0000-0000-000000000000}"/>
          </ac:spMkLst>
        </pc:spChg>
        <pc:spChg chg="mod">
          <ac:chgData name="GONZALO ANDRES SCOLARI OLIVARES" userId="dd02ed4c-31fa-4754-8c45-2b01c9c9f6c0" providerId="ADAL" clId="{2110AD0E-B50B-4582-9567-C39D0D94ABE8}" dt="2025-11-17T12:04:23.365" v="1893" actId="1076"/>
          <ac:spMkLst>
            <pc:docMk/>
            <pc:sldMk cId="0" sldId="257"/>
            <ac:spMk id="175" creationId="{00000000-0000-0000-0000-000000000000}"/>
          </ac:spMkLst>
        </pc:spChg>
      </pc:sldChg>
      <pc:sldChg chg="add del modNotesTx">
        <pc:chgData name="GONZALO ANDRES SCOLARI OLIVARES" userId="dd02ed4c-31fa-4754-8c45-2b01c9c9f6c0" providerId="ADAL" clId="{2110AD0E-B50B-4582-9567-C39D0D94ABE8}" dt="2025-11-10T21:05:59.249" v="1576" actId="6549"/>
        <pc:sldMkLst>
          <pc:docMk/>
          <pc:sldMk cId="0" sldId="258"/>
        </pc:sldMkLst>
      </pc:sldChg>
      <pc:sldChg chg="modSp add del mod">
        <pc:chgData name="GONZALO ANDRES SCOLARI OLIVARES" userId="dd02ed4c-31fa-4754-8c45-2b01c9c9f6c0" providerId="ADAL" clId="{2110AD0E-B50B-4582-9567-C39D0D94ABE8}" dt="2025-11-10T21:04:29.785" v="1565"/>
        <pc:sldMkLst>
          <pc:docMk/>
          <pc:sldMk cId="0" sldId="259"/>
        </pc:sldMkLst>
        <pc:spChg chg="mod">
          <ac:chgData name="GONZALO ANDRES SCOLARI OLIVARES" userId="dd02ed4c-31fa-4754-8c45-2b01c9c9f6c0" providerId="ADAL" clId="{2110AD0E-B50B-4582-9567-C39D0D94ABE8}" dt="2025-11-09T21:53:04.961" v="592" actId="113"/>
          <ac:spMkLst>
            <pc:docMk/>
            <pc:sldMk cId="0" sldId="259"/>
            <ac:spMk id="193" creationId="{00000000-0000-0000-0000-000000000000}"/>
          </ac:spMkLst>
        </pc:spChg>
      </pc:sldChg>
      <pc:sldChg chg="addSp modSp add del mod modNotesTx">
        <pc:chgData name="GONZALO ANDRES SCOLARI OLIVARES" userId="dd02ed4c-31fa-4754-8c45-2b01c9c9f6c0" providerId="ADAL" clId="{2110AD0E-B50B-4582-9567-C39D0D94ABE8}" dt="2025-11-17T02:46:34.162" v="1892" actId="20577"/>
        <pc:sldMkLst>
          <pc:docMk/>
          <pc:sldMk cId="0" sldId="260"/>
        </pc:sldMkLst>
        <pc:spChg chg="mod">
          <ac:chgData name="GONZALO ANDRES SCOLARI OLIVARES" userId="dd02ed4c-31fa-4754-8c45-2b01c9c9f6c0" providerId="ADAL" clId="{2110AD0E-B50B-4582-9567-C39D0D94ABE8}" dt="2025-11-13T03:09:45.254" v="1753" actId="1076"/>
          <ac:spMkLst>
            <pc:docMk/>
            <pc:sldMk cId="0" sldId="260"/>
            <ac:spMk id="195" creationId="{00000000-0000-0000-0000-000000000000}"/>
          </ac:spMkLst>
        </pc:spChg>
        <pc:spChg chg="mod">
          <ac:chgData name="GONZALO ANDRES SCOLARI OLIVARES" userId="dd02ed4c-31fa-4754-8c45-2b01c9c9f6c0" providerId="ADAL" clId="{2110AD0E-B50B-4582-9567-C39D0D94ABE8}" dt="2025-11-17T02:46:34.162" v="1892" actId="20577"/>
          <ac:spMkLst>
            <pc:docMk/>
            <pc:sldMk cId="0" sldId="260"/>
            <ac:spMk id="196" creationId="{00000000-0000-0000-0000-000000000000}"/>
          </ac:spMkLst>
        </pc:spChg>
      </pc:sldChg>
      <pc:sldChg chg="modSp add del">
        <pc:chgData name="GONZALO ANDRES SCOLARI OLIVARES" userId="dd02ed4c-31fa-4754-8c45-2b01c9c9f6c0" providerId="ADAL" clId="{2110AD0E-B50B-4582-9567-C39D0D94ABE8}" dt="2025-11-10T21:04:29.785" v="1565"/>
        <pc:sldMkLst>
          <pc:docMk/>
          <pc:sldMk cId="1674385538" sldId="276"/>
        </pc:sldMkLst>
        <pc:spChg chg="mod">
          <ac:chgData name="GONZALO ANDRES SCOLARI OLIVARES" userId="dd02ed4c-31fa-4754-8c45-2b01c9c9f6c0" providerId="ADAL" clId="{2110AD0E-B50B-4582-9567-C39D0D94ABE8}" dt="2025-11-09T22:50:40.656" v="945"/>
          <ac:spMkLst>
            <pc:docMk/>
            <pc:sldMk cId="1674385538" sldId="276"/>
            <ac:spMk id="193" creationId="{00000000-0000-0000-0000-000000000000}"/>
          </ac:spMkLst>
        </pc:spChg>
      </pc:sldChg>
      <pc:sldChg chg="modSp add del">
        <pc:chgData name="GONZALO ANDRES SCOLARI OLIVARES" userId="dd02ed4c-31fa-4754-8c45-2b01c9c9f6c0" providerId="ADAL" clId="{2110AD0E-B50B-4582-9567-C39D0D94ABE8}" dt="2025-11-10T21:04:29.785" v="1565"/>
        <pc:sldMkLst>
          <pc:docMk/>
          <pc:sldMk cId="879467362" sldId="279"/>
        </pc:sldMkLst>
        <pc:spChg chg="mod">
          <ac:chgData name="GONZALO ANDRES SCOLARI OLIVARES" userId="dd02ed4c-31fa-4754-8c45-2b01c9c9f6c0" providerId="ADAL" clId="{2110AD0E-B50B-4582-9567-C39D0D94ABE8}" dt="2025-11-09T22:51:04.553" v="948"/>
          <ac:spMkLst>
            <pc:docMk/>
            <pc:sldMk cId="879467362" sldId="279"/>
            <ac:spMk id="193" creationId="{00000000-0000-0000-0000-000000000000}"/>
          </ac:spMkLst>
        </pc:spChg>
      </pc:sldChg>
      <pc:sldChg chg="addSp modSp add del mod modNotesTx">
        <pc:chgData name="GONZALO ANDRES SCOLARI OLIVARES" userId="dd02ed4c-31fa-4754-8c45-2b01c9c9f6c0" providerId="ADAL" clId="{2110AD0E-B50B-4582-9567-C39D0D94ABE8}" dt="2025-11-13T01:13:14.321" v="1749" actId="20577"/>
        <pc:sldMkLst>
          <pc:docMk/>
          <pc:sldMk cId="2074630266" sldId="292"/>
        </pc:sldMkLst>
        <pc:spChg chg="mod">
          <ac:chgData name="GONZALO ANDRES SCOLARI OLIVARES" userId="dd02ed4c-31fa-4754-8c45-2b01c9c9f6c0" providerId="ADAL" clId="{2110AD0E-B50B-4582-9567-C39D0D94ABE8}" dt="2025-11-13T01:13:14.321" v="1749" actId="20577"/>
          <ac:spMkLst>
            <pc:docMk/>
            <pc:sldMk cId="2074630266" sldId="292"/>
            <ac:spMk id="200" creationId="{00000000-0000-0000-0000-000000000000}"/>
          </ac:spMkLst>
        </pc:spChg>
        <pc:picChg chg="mod">
          <ac:chgData name="GONZALO ANDRES SCOLARI OLIVARES" userId="dd02ed4c-31fa-4754-8c45-2b01c9c9f6c0" providerId="ADAL" clId="{2110AD0E-B50B-4582-9567-C39D0D94ABE8}" dt="2025-11-10T11:03:10.427" v="1247" actId="14826"/>
          <ac:picMkLst>
            <pc:docMk/>
            <pc:sldMk cId="2074630266" sldId="292"/>
            <ac:picMk id="198" creationId="{00000000-0000-0000-0000-000000000000}"/>
          </ac:picMkLst>
        </pc:picChg>
      </pc:sldChg>
      <pc:sldChg chg="modSp add del">
        <pc:chgData name="GONZALO ANDRES SCOLARI OLIVARES" userId="dd02ed4c-31fa-4754-8c45-2b01c9c9f6c0" providerId="ADAL" clId="{2110AD0E-B50B-4582-9567-C39D0D94ABE8}" dt="2025-11-10T21:04:29.785" v="1565"/>
        <pc:sldMkLst>
          <pc:docMk/>
          <pc:sldMk cId="2193507029" sldId="294"/>
        </pc:sldMkLst>
        <pc:spChg chg="mod">
          <ac:chgData name="GONZALO ANDRES SCOLARI OLIVARES" userId="dd02ed4c-31fa-4754-8c45-2b01c9c9f6c0" providerId="ADAL" clId="{2110AD0E-B50B-4582-9567-C39D0D94ABE8}" dt="2025-11-09T21:53:09.197" v="593"/>
          <ac:spMkLst>
            <pc:docMk/>
            <pc:sldMk cId="2193507029" sldId="294"/>
            <ac:spMk id="193" creationId="{00000000-0000-0000-0000-000000000000}"/>
          </ac:spMkLst>
        </pc:spChg>
      </pc:sldChg>
      <pc:sldChg chg="addSp delSp modSp add del mod modNotesTx">
        <pc:chgData name="GONZALO ANDRES SCOLARI OLIVARES" userId="dd02ed4c-31fa-4754-8c45-2b01c9c9f6c0" providerId="ADAL" clId="{2110AD0E-B50B-4582-9567-C39D0D94ABE8}" dt="2025-11-10T21:17:02.768" v="1649" actId="113"/>
        <pc:sldMkLst>
          <pc:docMk/>
          <pc:sldMk cId="3876491342" sldId="310"/>
        </pc:sldMkLst>
        <pc:spChg chg="mod">
          <ac:chgData name="GONZALO ANDRES SCOLARI OLIVARES" userId="dd02ed4c-31fa-4754-8c45-2b01c9c9f6c0" providerId="ADAL" clId="{2110AD0E-B50B-4582-9567-C39D0D94ABE8}" dt="2025-11-10T11:46:00.629" v="1529" actId="6549"/>
          <ac:spMkLst>
            <pc:docMk/>
            <pc:sldMk cId="3876491342" sldId="310"/>
            <ac:spMk id="200" creationId="{00000000-0000-0000-0000-000000000000}"/>
          </ac:spMkLst>
        </pc:spChg>
        <pc:picChg chg="mod">
          <ac:chgData name="GONZALO ANDRES SCOLARI OLIVARES" userId="dd02ed4c-31fa-4754-8c45-2b01c9c9f6c0" providerId="ADAL" clId="{2110AD0E-B50B-4582-9567-C39D0D94ABE8}" dt="2025-11-10T11:56:20.253" v="1536" actId="14826"/>
          <ac:picMkLst>
            <pc:docMk/>
            <pc:sldMk cId="3876491342" sldId="310"/>
            <ac:picMk id="198" creationId="{00000000-0000-0000-0000-000000000000}"/>
          </ac:picMkLst>
        </pc:picChg>
      </pc:sldChg>
      <pc:sldChg chg="add del">
        <pc:chgData name="GONZALO ANDRES SCOLARI OLIVARES" userId="dd02ed4c-31fa-4754-8c45-2b01c9c9f6c0" providerId="ADAL" clId="{2110AD0E-B50B-4582-9567-C39D0D94ABE8}" dt="2025-11-10T21:04:29.785" v="1565"/>
        <pc:sldMkLst>
          <pc:docMk/>
          <pc:sldMk cId="2367146389" sldId="311"/>
        </pc:sldMkLst>
      </pc:sldChg>
      <pc:sldChg chg="add del modNotesTx">
        <pc:chgData name="GONZALO ANDRES SCOLARI OLIVARES" userId="dd02ed4c-31fa-4754-8c45-2b01c9c9f6c0" providerId="ADAL" clId="{2110AD0E-B50B-4582-9567-C39D0D94ABE8}" dt="2025-11-10T21:21:33.616" v="1708" actId="113"/>
        <pc:sldMkLst>
          <pc:docMk/>
          <pc:sldMk cId="205865102" sldId="312"/>
        </pc:sldMkLst>
      </pc:sldChg>
      <pc:sldChg chg="add del">
        <pc:chgData name="GONZALO ANDRES SCOLARI OLIVARES" userId="dd02ed4c-31fa-4754-8c45-2b01c9c9f6c0" providerId="ADAL" clId="{2110AD0E-B50B-4582-9567-C39D0D94ABE8}" dt="2025-11-10T21:04:29.785" v="1565"/>
        <pc:sldMkLst>
          <pc:docMk/>
          <pc:sldMk cId="198815955" sldId="319"/>
        </pc:sldMkLst>
      </pc:sldChg>
      <pc:sldChg chg="add del">
        <pc:chgData name="GONZALO ANDRES SCOLARI OLIVARES" userId="dd02ed4c-31fa-4754-8c45-2b01c9c9f6c0" providerId="ADAL" clId="{2110AD0E-B50B-4582-9567-C39D0D94ABE8}" dt="2025-11-10T21:04:29.785" v="1565"/>
        <pc:sldMkLst>
          <pc:docMk/>
          <pc:sldMk cId="877553634" sldId="320"/>
        </pc:sldMkLst>
      </pc:sldChg>
      <pc:sldChg chg="add del">
        <pc:chgData name="GONZALO ANDRES SCOLARI OLIVARES" userId="dd02ed4c-31fa-4754-8c45-2b01c9c9f6c0" providerId="ADAL" clId="{2110AD0E-B50B-4582-9567-C39D0D94ABE8}" dt="2025-11-10T21:29:07.119" v="1743"/>
        <pc:sldMkLst>
          <pc:docMk/>
          <pc:sldMk cId="3696906599" sldId="321"/>
        </pc:sldMkLst>
      </pc:sldChg>
      <pc:sldChg chg="add del">
        <pc:chgData name="GONZALO ANDRES SCOLARI OLIVARES" userId="dd02ed4c-31fa-4754-8c45-2b01c9c9f6c0" providerId="ADAL" clId="{2110AD0E-B50B-4582-9567-C39D0D94ABE8}" dt="2025-11-10T21:29:07.119" v="1743"/>
        <pc:sldMkLst>
          <pc:docMk/>
          <pc:sldMk cId="3149534998" sldId="322"/>
        </pc:sldMkLst>
      </pc:sldChg>
      <pc:sldChg chg="add del">
        <pc:chgData name="GONZALO ANDRES SCOLARI OLIVARES" userId="dd02ed4c-31fa-4754-8c45-2b01c9c9f6c0" providerId="ADAL" clId="{2110AD0E-B50B-4582-9567-C39D0D94ABE8}" dt="2025-11-10T21:29:07.119" v="1743"/>
        <pc:sldMkLst>
          <pc:docMk/>
          <pc:sldMk cId="1487243912" sldId="323"/>
        </pc:sldMkLst>
      </pc:sldChg>
      <pc:sldChg chg="add del">
        <pc:chgData name="GONZALO ANDRES SCOLARI OLIVARES" userId="dd02ed4c-31fa-4754-8c45-2b01c9c9f6c0" providerId="ADAL" clId="{2110AD0E-B50B-4582-9567-C39D0D94ABE8}" dt="2025-11-10T21:29:07.119" v="1743"/>
        <pc:sldMkLst>
          <pc:docMk/>
          <pc:sldMk cId="112158112" sldId="324"/>
        </pc:sldMkLst>
      </pc:sldChg>
      <pc:sldChg chg="addSp delSp modSp add del mod modNotesTx">
        <pc:chgData name="GONZALO ANDRES SCOLARI OLIVARES" userId="dd02ed4c-31fa-4754-8c45-2b01c9c9f6c0" providerId="ADAL" clId="{2110AD0E-B50B-4582-9567-C39D0D94ABE8}" dt="2025-11-13T01:30:12.695" v="1751" actId="1076"/>
        <pc:sldMkLst>
          <pc:docMk/>
          <pc:sldMk cId="1360502526" sldId="330"/>
        </pc:sldMkLst>
        <pc:spChg chg="mod">
          <ac:chgData name="GONZALO ANDRES SCOLARI OLIVARES" userId="dd02ed4c-31fa-4754-8c45-2b01c9c9f6c0" providerId="ADAL" clId="{2110AD0E-B50B-4582-9567-C39D0D94ABE8}" dt="2025-11-10T11:14:34.032" v="1417" actId="1076"/>
          <ac:spMkLst>
            <pc:docMk/>
            <pc:sldMk cId="1360502526" sldId="330"/>
            <ac:spMk id="211" creationId="{40F9D489-4B92-07C0-315A-0014522AB6F9}"/>
          </ac:spMkLst>
        </pc:spChg>
        <pc:spChg chg="mod">
          <ac:chgData name="GONZALO ANDRES SCOLARI OLIVARES" userId="dd02ed4c-31fa-4754-8c45-2b01c9c9f6c0" providerId="ADAL" clId="{2110AD0E-B50B-4582-9567-C39D0D94ABE8}" dt="2025-11-10T11:14:40.078" v="1418" actId="164"/>
          <ac:spMkLst>
            <pc:docMk/>
            <pc:sldMk cId="1360502526" sldId="330"/>
            <ac:spMk id="212" creationId="{6C79093E-1A96-5588-E878-CEABB05F50C7}"/>
          </ac:spMkLst>
        </pc:spChg>
        <pc:spChg chg="mod">
          <ac:chgData name="GONZALO ANDRES SCOLARI OLIVARES" userId="dd02ed4c-31fa-4754-8c45-2b01c9c9f6c0" providerId="ADAL" clId="{2110AD0E-B50B-4582-9567-C39D0D94ABE8}" dt="2025-11-10T11:14:40.078" v="1418" actId="164"/>
          <ac:spMkLst>
            <pc:docMk/>
            <pc:sldMk cId="1360502526" sldId="330"/>
            <ac:spMk id="213" creationId="{4D18331D-D78B-794E-8519-A13C615E18D0}"/>
          </ac:spMkLst>
        </pc:spChg>
        <pc:spChg chg="mod">
          <ac:chgData name="GONZALO ANDRES SCOLARI OLIVARES" userId="dd02ed4c-31fa-4754-8c45-2b01c9c9f6c0" providerId="ADAL" clId="{2110AD0E-B50B-4582-9567-C39D0D94ABE8}" dt="2025-11-10T11:14:40.078" v="1418" actId="164"/>
          <ac:spMkLst>
            <pc:docMk/>
            <pc:sldMk cId="1360502526" sldId="330"/>
            <ac:spMk id="214" creationId="{22DD2A34-6136-EF5C-DD45-4F90D2E245C8}"/>
          </ac:spMkLst>
        </pc:spChg>
        <pc:spChg chg="mod">
          <ac:chgData name="GONZALO ANDRES SCOLARI OLIVARES" userId="dd02ed4c-31fa-4754-8c45-2b01c9c9f6c0" providerId="ADAL" clId="{2110AD0E-B50B-4582-9567-C39D0D94ABE8}" dt="2025-11-10T11:14:20.896" v="1389" actId="164"/>
          <ac:spMkLst>
            <pc:docMk/>
            <pc:sldMk cId="1360502526" sldId="330"/>
            <ac:spMk id="215" creationId="{77BB4F88-BED2-D86F-78A4-C01BEF65DCC3}"/>
          </ac:spMkLst>
        </pc:spChg>
        <pc:spChg chg="mod">
          <ac:chgData name="GONZALO ANDRES SCOLARI OLIVARES" userId="dd02ed4c-31fa-4754-8c45-2b01c9c9f6c0" providerId="ADAL" clId="{2110AD0E-B50B-4582-9567-C39D0D94ABE8}" dt="2025-11-10T11:14:20.896" v="1389" actId="164"/>
          <ac:spMkLst>
            <pc:docMk/>
            <pc:sldMk cId="1360502526" sldId="330"/>
            <ac:spMk id="216" creationId="{03573FC9-59E1-9261-0A9C-0B0047855FCE}"/>
          </ac:spMkLst>
        </pc:spChg>
        <pc:spChg chg="mod">
          <ac:chgData name="GONZALO ANDRES SCOLARI OLIVARES" userId="dd02ed4c-31fa-4754-8c45-2b01c9c9f6c0" providerId="ADAL" clId="{2110AD0E-B50B-4582-9567-C39D0D94ABE8}" dt="2025-11-10T11:14:20.896" v="1389" actId="164"/>
          <ac:spMkLst>
            <pc:docMk/>
            <pc:sldMk cId="1360502526" sldId="330"/>
            <ac:spMk id="217" creationId="{D5AE6DF9-095C-1661-C5A5-B98A66572D27}"/>
          </ac:spMkLst>
        </pc:spChg>
        <pc:spChg chg="mod">
          <ac:chgData name="GONZALO ANDRES SCOLARI OLIVARES" userId="dd02ed4c-31fa-4754-8c45-2b01c9c9f6c0" providerId="ADAL" clId="{2110AD0E-B50B-4582-9567-C39D0D94ABE8}" dt="2025-11-10T11:14:54.938" v="1440" actId="164"/>
          <ac:spMkLst>
            <pc:docMk/>
            <pc:sldMk cId="1360502526" sldId="330"/>
            <ac:spMk id="218" creationId="{CDDD1731-10EC-672D-D304-39BB884FFD65}"/>
          </ac:spMkLst>
        </pc:spChg>
        <pc:spChg chg="mod">
          <ac:chgData name="GONZALO ANDRES SCOLARI OLIVARES" userId="dd02ed4c-31fa-4754-8c45-2b01c9c9f6c0" providerId="ADAL" clId="{2110AD0E-B50B-4582-9567-C39D0D94ABE8}" dt="2025-11-10T11:14:54.938" v="1440" actId="164"/>
          <ac:spMkLst>
            <pc:docMk/>
            <pc:sldMk cId="1360502526" sldId="330"/>
            <ac:spMk id="219" creationId="{325F517A-5A37-B68A-2610-23241BA9CCC2}"/>
          </ac:spMkLst>
        </pc:spChg>
        <pc:spChg chg="mod">
          <ac:chgData name="GONZALO ANDRES SCOLARI OLIVARES" userId="dd02ed4c-31fa-4754-8c45-2b01c9c9f6c0" providerId="ADAL" clId="{2110AD0E-B50B-4582-9567-C39D0D94ABE8}" dt="2025-11-10T11:14:54.938" v="1440" actId="164"/>
          <ac:spMkLst>
            <pc:docMk/>
            <pc:sldMk cId="1360502526" sldId="330"/>
            <ac:spMk id="220" creationId="{581D899B-A7EB-11BB-1DF9-20AE10F2792F}"/>
          </ac:spMkLst>
        </pc:spChg>
        <pc:spChg chg="mod topLvl">
          <ac:chgData name="GONZALO ANDRES SCOLARI OLIVARES" userId="dd02ed4c-31fa-4754-8c45-2b01c9c9f6c0" providerId="ADAL" clId="{2110AD0E-B50B-4582-9567-C39D0D94ABE8}" dt="2025-11-10T11:15:07.980" v="1451" actId="164"/>
          <ac:spMkLst>
            <pc:docMk/>
            <pc:sldMk cId="1360502526" sldId="330"/>
            <ac:spMk id="221" creationId="{A37C6838-09BB-B2E4-4EA6-554F9D1C54C4}"/>
          </ac:spMkLst>
        </pc:spChg>
        <pc:spChg chg="mod topLvl">
          <ac:chgData name="GONZALO ANDRES SCOLARI OLIVARES" userId="dd02ed4c-31fa-4754-8c45-2b01c9c9f6c0" providerId="ADAL" clId="{2110AD0E-B50B-4582-9567-C39D0D94ABE8}" dt="2025-11-10T11:15:07.980" v="1451" actId="164"/>
          <ac:spMkLst>
            <pc:docMk/>
            <pc:sldMk cId="1360502526" sldId="330"/>
            <ac:spMk id="222" creationId="{513FD6C6-F2C3-707A-42E7-FE1C4DD36ABF}"/>
          </ac:spMkLst>
        </pc:spChg>
        <pc:spChg chg="mod topLvl">
          <ac:chgData name="GONZALO ANDRES SCOLARI OLIVARES" userId="dd02ed4c-31fa-4754-8c45-2b01c9c9f6c0" providerId="ADAL" clId="{2110AD0E-B50B-4582-9567-C39D0D94ABE8}" dt="2025-11-10T11:15:07.980" v="1451" actId="164"/>
          <ac:spMkLst>
            <pc:docMk/>
            <pc:sldMk cId="1360502526" sldId="330"/>
            <ac:spMk id="223" creationId="{3E994BEE-749A-8D5A-FDCB-0252E0CB8F33}"/>
          </ac:spMkLst>
        </pc:spChg>
        <pc:spChg chg="mod topLvl">
          <ac:chgData name="GONZALO ANDRES SCOLARI OLIVARES" userId="dd02ed4c-31fa-4754-8c45-2b01c9c9f6c0" providerId="ADAL" clId="{2110AD0E-B50B-4582-9567-C39D0D94ABE8}" dt="2025-11-10T11:15:07.980" v="1451" actId="164"/>
          <ac:spMkLst>
            <pc:docMk/>
            <pc:sldMk cId="1360502526" sldId="330"/>
            <ac:spMk id="224" creationId="{BF282672-9DB6-49F1-4206-80510CC9DA49}"/>
          </ac:spMkLst>
        </pc:spChg>
        <pc:spChg chg="mod">
          <ac:chgData name="GONZALO ANDRES SCOLARI OLIVARES" userId="dd02ed4c-31fa-4754-8c45-2b01c9c9f6c0" providerId="ADAL" clId="{2110AD0E-B50B-4582-9567-C39D0D94ABE8}" dt="2025-11-10T11:14:54.938" v="1440" actId="164"/>
          <ac:spMkLst>
            <pc:docMk/>
            <pc:sldMk cId="1360502526" sldId="330"/>
            <ac:spMk id="225" creationId="{1B1E6BBF-A135-CF2F-B8DC-23BB717AD412}"/>
          </ac:spMkLst>
        </pc:spChg>
        <pc:spChg chg="mod">
          <ac:chgData name="GONZALO ANDRES SCOLARI OLIVARES" userId="dd02ed4c-31fa-4754-8c45-2b01c9c9f6c0" providerId="ADAL" clId="{2110AD0E-B50B-4582-9567-C39D0D94ABE8}" dt="2025-11-10T11:14:40.078" v="1418" actId="164"/>
          <ac:spMkLst>
            <pc:docMk/>
            <pc:sldMk cId="1360502526" sldId="330"/>
            <ac:spMk id="226" creationId="{9BAF1338-CEAF-FBA8-6CD8-3DB8FF2928A7}"/>
          </ac:spMkLst>
        </pc:spChg>
        <pc:spChg chg="mod">
          <ac:chgData name="GONZALO ANDRES SCOLARI OLIVARES" userId="dd02ed4c-31fa-4754-8c45-2b01c9c9f6c0" providerId="ADAL" clId="{2110AD0E-B50B-4582-9567-C39D0D94ABE8}" dt="2025-11-10T11:14:20.896" v="1389" actId="164"/>
          <ac:spMkLst>
            <pc:docMk/>
            <pc:sldMk cId="1360502526" sldId="330"/>
            <ac:spMk id="227" creationId="{99B5E20C-B51F-B83D-6678-5C60320F363D}"/>
          </ac:spMkLst>
        </pc:spChg>
        <pc:grpChg chg="add mod">
          <ac:chgData name="GONZALO ANDRES SCOLARI OLIVARES" userId="dd02ed4c-31fa-4754-8c45-2b01c9c9f6c0" providerId="ADAL" clId="{2110AD0E-B50B-4582-9567-C39D0D94ABE8}" dt="2025-11-10T11:15:14.598" v="1461" actId="1037"/>
          <ac:grpSpMkLst>
            <pc:docMk/>
            <pc:sldMk cId="1360502526" sldId="330"/>
            <ac:grpSpMk id="3" creationId="{0D67E1F2-3849-D5CB-8192-C5901620C667}"/>
          </ac:grpSpMkLst>
        </pc:grpChg>
        <pc:grpChg chg="add mod">
          <ac:chgData name="GONZALO ANDRES SCOLARI OLIVARES" userId="dd02ed4c-31fa-4754-8c45-2b01c9c9f6c0" providerId="ADAL" clId="{2110AD0E-B50B-4582-9567-C39D0D94ABE8}" dt="2025-11-10T11:15:20.275" v="1462" actId="408"/>
          <ac:grpSpMkLst>
            <pc:docMk/>
            <pc:sldMk cId="1360502526" sldId="330"/>
            <ac:grpSpMk id="4" creationId="{8AF9E484-66AC-0C53-09D7-B4CA6B6F4411}"/>
          </ac:grpSpMkLst>
        </pc:grpChg>
        <pc:grpChg chg="add mod">
          <ac:chgData name="GONZALO ANDRES SCOLARI OLIVARES" userId="dd02ed4c-31fa-4754-8c45-2b01c9c9f6c0" providerId="ADAL" clId="{2110AD0E-B50B-4582-9567-C39D0D94ABE8}" dt="2025-11-13T01:30:12.695" v="1751" actId="1076"/>
          <ac:grpSpMkLst>
            <pc:docMk/>
            <pc:sldMk cId="1360502526" sldId="330"/>
            <ac:grpSpMk id="5" creationId="{8BB9E89F-D0C8-F03F-8E6A-8F711F00A5ED}"/>
          </ac:grpSpMkLst>
        </pc:grpChg>
        <pc:grpChg chg="add mod">
          <ac:chgData name="GONZALO ANDRES SCOLARI OLIVARES" userId="dd02ed4c-31fa-4754-8c45-2b01c9c9f6c0" providerId="ADAL" clId="{2110AD0E-B50B-4582-9567-C39D0D94ABE8}" dt="2025-11-13T01:00:53.771" v="1746" actId="1076"/>
          <ac:grpSpMkLst>
            <pc:docMk/>
            <pc:sldMk cId="1360502526" sldId="330"/>
            <ac:grpSpMk id="6" creationId="{4DB99F12-DE5A-A670-ADBA-AA5D07A0C39D}"/>
          </ac:grpSpMkLst>
        </pc:grpChg>
        <pc:picChg chg="add mod">
          <ac:chgData name="GONZALO ANDRES SCOLARI OLIVARES" userId="dd02ed4c-31fa-4754-8c45-2b01c9c9f6c0" providerId="ADAL" clId="{2110AD0E-B50B-4582-9567-C39D0D94ABE8}" dt="2025-11-10T11:37:48.708" v="1489" actId="1076"/>
          <ac:picMkLst>
            <pc:docMk/>
            <pc:sldMk cId="1360502526" sldId="330"/>
            <ac:picMk id="8" creationId="{523406B0-4166-2A08-FF5E-B41C90D0E085}"/>
          </ac:picMkLst>
        </pc:picChg>
        <pc:picChg chg="add mod">
          <ac:chgData name="GONZALO ANDRES SCOLARI OLIVARES" userId="dd02ed4c-31fa-4754-8c45-2b01c9c9f6c0" providerId="ADAL" clId="{2110AD0E-B50B-4582-9567-C39D0D94ABE8}" dt="2025-11-10T11:37:43.731" v="1488" actId="1038"/>
          <ac:picMkLst>
            <pc:docMk/>
            <pc:sldMk cId="1360502526" sldId="330"/>
            <ac:picMk id="10" creationId="{9C924CB8-A822-1ABA-C4BD-6D3F6290D258}"/>
          </ac:picMkLst>
        </pc:picChg>
        <pc:picChg chg="add mod">
          <ac:chgData name="GONZALO ANDRES SCOLARI OLIVARES" userId="dd02ed4c-31fa-4754-8c45-2b01c9c9f6c0" providerId="ADAL" clId="{2110AD0E-B50B-4582-9567-C39D0D94ABE8}" dt="2025-11-10T11:37:39.388" v="1486" actId="1076"/>
          <ac:picMkLst>
            <pc:docMk/>
            <pc:sldMk cId="1360502526" sldId="330"/>
            <ac:picMk id="12" creationId="{A3D61378-997F-CCC7-70CA-0C242F7DF0CB}"/>
          </ac:picMkLst>
        </pc:picChg>
        <pc:picChg chg="add mod">
          <ac:chgData name="GONZALO ANDRES SCOLARI OLIVARES" userId="dd02ed4c-31fa-4754-8c45-2b01c9c9f6c0" providerId="ADAL" clId="{2110AD0E-B50B-4582-9567-C39D0D94ABE8}" dt="2025-11-10T11:37:51.155" v="1490" actId="1076"/>
          <ac:picMkLst>
            <pc:docMk/>
            <pc:sldMk cId="1360502526" sldId="330"/>
            <ac:picMk id="14" creationId="{6ACEA7FF-85E5-3938-2780-5BD75FFDCBC0}"/>
          </ac:picMkLst>
        </pc:picChg>
      </pc:sldChg>
      <pc:sldChg chg="modSp add del">
        <pc:chgData name="GONZALO ANDRES SCOLARI OLIVARES" userId="dd02ed4c-31fa-4754-8c45-2b01c9c9f6c0" providerId="ADAL" clId="{2110AD0E-B50B-4582-9567-C39D0D94ABE8}" dt="2025-11-10T21:04:29.785" v="1565"/>
        <pc:sldMkLst>
          <pc:docMk/>
          <pc:sldMk cId="251745138" sldId="340"/>
        </pc:sldMkLst>
        <pc:spChg chg="mod">
          <ac:chgData name="GONZALO ANDRES SCOLARI OLIVARES" userId="dd02ed4c-31fa-4754-8c45-2b01c9c9f6c0" providerId="ADAL" clId="{2110AD0E-B50B-4582-9567-C39D0D94ABE8}" dt="2025-11-09T22:51:00.769" v="947"/>
          <ac:spMkLst>
            <pc:docMk/>
            <pc:sldMk cId="251745138" sldId="340"/>
            <ac:spMk id="193" creationId="{00000000-0000-0000-0000-000000000000}"/>
          </ac:spMkLst>
        </pc:spChg>
      </pc:sldChg>
      <pc:sldChg chg="modSp add del">
        <pc:chgData name="GONZALO ANDRES SCOLARI OLIVARES" userId="dd02ed4c-31fa-4754-8c45-2b01c9c9f6c0" providerId="ADAL" clId="{2110AD0E-B50B-4582-9567-C39D0D94ABE8}" dt="2025-11-10T21:31:17.018" v="1744" actId="14826"/>
        <pc:sldMkLst>
          <pc:docMk/>
          <pc:sldMk cId="2833329463" sldId="346"/>
        </pc:sldMkLst>
        <pc:picChg chg="mod">
          <ac:chgData name="GONZALO ANDRES SCOLARI OLIVARES" userId="dd02ed4c-31fa-4754-8c45-2b01c9c9f6c0" providerId="ADAL" clId="{2110AD0E-B50B-4582-9567-C39D0D94ABE8}" dt="2025-11-10T21:31:17.018" v="1744" actId="14826"/>
          <ac:picMkLst>
            <pc:docMk/>
            <pc:sldMk cId="2833329463" sldId="346"/>
            <ac:picMk id="198" creationId="{00000000-0000-0000-0000-000000000000}"/>
          </ac:picMkLst>
        </pc:picChg>
      </pc:sldChg>
      <pc:sldChg chg="addSp modSp add del mod">
        <pc:chgData name="GONZALO ANDRES SCOLARI OLIVARES" userId="dd02ed4c-31fa-4754-8c45-2b01c9c9f6c0" providerId="ADAL" clId="{2110AD0E-B50B-4582-9567-C39D0D94ABE8}" dt="2025-11-17T02:45:21.307" v="1887" actId="1076"/>
        <pc:sldMkLst>
          <pc:docMk/>
          <pc:sldMk cId="2328831914" sldId="347"/>
        </pc:sldMkLst>
        <pc:spChg chg="add mod">
          <ac:chgData name="GONZALO ANDRES SCOLARI OLIVARES" userId="dd02ed4c-31fa-4754-8c45-2b01c9c9f6c0" providerId="ADAL" clId="{2110AD0E-B50B-4582-9567-C39D0D94ABE8}" dt="2025-11-17T02:44:39.134" v="1882" actId="1037"/>
          <ac:spMkLst>
            <pc:docMk/>
            <pc:sldMk cId="2328831914" sldId="347"/>
            <ac:spMk id="6" creationId="{B122F1DA-51CE-CB2E-761A-FE36A2430730}"/>
          </ac:spMkLst>
        </pc:spChg>
        <pc:spChg chg="add mod">
          <ac:chgData name="GONZALO ANDRES SCOLARI OLIVARES" userId="dd02ed4c-31fa-4754-8c45-2b01c9c9f6c0" providerId="ADAL" clId="{2110AD0E-B50B-4582-9567-C39D0D94ABE8}" dt="2025-11-17T02:44:18.939" v="1859"/>
          <ac:spMkLst>
            <pc:docMk/>
            <pc:sldMk cId="2328831914" sldId="347"/>
            <ac:spMk id="8" creationId="{EF54A609-981A-BDCB-A88B-567B735F20DB}"/>
          </ac:spMkLst>
        </pc:spChg>
        <pc:spChg chg="add mod">
          <ac:chgData name="GONZALO ANDRES SCOLARI OLIVARES" userId="dd02ed4c-31fa-4754-8c45-2b01c9c9f6c0" providerId="ADAL" clId="{2110AD0E-B50B-4582-9567-C39D0D94ABE8}" dt="2025-11-17T02:45:21.307" v="1887" actId="1076"/>
          <ac:spMkLst>
            <pc:docMk/>
            <pc:sldMk cId="2328831914" sldId="347"/>
            <ac:spMk id="12" creationId="{1AA2B4AD-FFF6-F881-0D59-82BE64225ED6}"/>
          </ac:spMkLst>
        </pc:spChg>
      </pc:sldChg>
      <pc:sldChg chg="addSp delSp modSp add del mod modNotesTx">
        <pc:chgData name="GONZALO ANDRES SCOLARI OLIVARES" userId="dd02ed4c-31fa-4754-8c45-2b01c9c9f6c0" providerId="ADAL" clId="{2110AD0E-B50B-4582-9567-C39D0D94ABE8}" dt="2025-11-17T12:38:09.233" v="1902" actId="1076"/>
        <pc:sldMkLst>
          <pc:docMk/>
          <pc:sldMk cId="3808839265" sldId="348"/>
        </pc:sldMkLst>
        <pc:spChg chg="mod">
          <ac:chgData name="GONZALO ANDRES SCOLARI OLIVARES" userId="dd02ed4c-31fa-4754-8c45-2b01c9c9f6c0" providerId="ADAL" clId="{2110AD0E-B50B-4582-9567-C39D0D94ABE8}" dt="2025-11-10T12:14:40.639" v="1539"/>
          <ac:spMkLst>
            <pc:docMk/>
            <pc:sldMk cId="3808839265" sldId="348"/>
            <ac:spMk id="195" creationId="{00000000-0000-0000-0000-000000000000}"/>
          </ac:spMkLst>
        </pc:spChg>
        <pc:spChg chg="del mod">
          <ac:chgData name="GONZALO ANDRES SCOLARI OLIVARES" userId="dd02ed4c-31fa-4754-8c45-2b01c9c9f6c0" providerId="ADAL" clId="{2110AD0E-B50B-4582-9567-C39D0D94ABE8}" dt="2025-11-17T12:38:04.982" v="1901" actId="478"/>
          <ac:spMkLst>
            <pc:docMk/>
            <pc:sldMk cId="3808839265" sldId="348"/>
            <ac:spMk id="196" creationId="{00000000-0000-0000-0000-000000000000}"/>
          </ac:spMkLst>
        </pc:spChg>
        <pc:picChg chg="add mod">
          <ac:chgData name="GONZALO ANDRES SCOLARI OLIVARES" userId="dd02ed4c-31fa-4754-8c45-2b01c9c9f6c0" providerId="ADAL" clId="{2110AD0E-B50B-4582-9567-C39D0D94ABE8}" dt="2025-11-17T12:38:09.233" v="1902" actId="1076"/>
          <ac:picMkLst>
            <pc:docMk/>
            <pc:sldMk cId="3808839265" sldId="348"/>
            <ac:picMk id="3" creationId="{0224AA8A-46E4-9C3F-0A5B-A632EB7C2B81}"/>
          </ac:picMkLst>
        </pc:picChg>
      </pc:sldChg>
      <pc:sldChg chg="addSp delSp modSp add del mod modNotesTx">
        <pc:chgData name="GONZALO ANDRES SCOLARI OLIVARES" userId="dd02ed4c-31fa-4754-8c45-2b01c9c9f6c0" providerId="ADAL" clId="{2110AD0E-B50B-4582-9567-C39D0D94ABE8}" dt="2025-11-17T12:38:22.574" v="1904" actId="1076"/>
        <pc:sldMkLst>
          <pc:docMk/>
          <pc:sldMk cId="2684476556" sldId="349"/>
        </pc:sldMkLst>
        <pc:spChg chg="del">
          <ac:chgData name="GONZALO ANDRES SCOLARI OLIVARES" userId="dd02ed4c-31fa-4754-8c45-2b01c9c9f6c0" providerId="ADAL" clId="{2110AD0E-B50B-4582-9567-C39D0D94ABE8}" dt="2025-11-17T12:38:18.753" v="1903" actId="478"/>
          <ac:spMkLst>
            <pc:docMk/>
            <pc:sldMk cId="2684476556" sldId="349"/>
            <ac:spMk id="196" creationId="{00000000-0000-0000-0000-000000000000}"/>
          </ac:spMkLst>
        </pc:spChg>
        <pc:picChg chg="add mod">
          <ac:chgData name="GONZALO ANDRES SCOLARI OLIVARES" userId="dd02ed4c-31fa-4754-8c45-2b01c9c9f6c0" providerId="ADAL" clId="{2110AD0E-B50B-4582-9567-C39D0D94ABE8}" dt="2025-11-17T12:38:22.574" v="1904" actId="1076"/>
          <ac:picMkLst>
            <pc:docMk/>
            <pc:sldMk cId="2684476556" sldId="349"/>
            <ac:picMk id="3" creationId="{A86C6295-4B10-3D1A-56F8-D2873B19A891}"/>
          </ac:picMkLst>
        </pc:picChg>
      </pc:sldChg>
      <pc:sldChg chg="addSp delSp modSp add del mod modNotesTx">
        <pc:chgData name="GONZALO ANDRES SCOLARI OLIVARES" userId="dd02ed4c-31fa-4754-8c45-2b01c9c9f6c0" providerId="ADAL" clId="{2110AD0E-B50B-4582-9567-C39D0D94ABE8}" dt="2025-11-17T12:38:28.879" v="1906" actId="1076"/>
        <pc:sldMkLst>
          <pc:docMk/>
          <pc:sldMk cId="3701879460" sldId="350"/>
        </pc:sldMkLst>
        <pc:spChg chg="del">
          <ac:chgData name="GONZALO ANDRES SCOLARI OLIVARES" userId="dd02ed4c-31fa-4754-8c45-2b01c9c9f6c0" providerId="ADAL" clId="{2110AD0E-B50B-4582-9567-C39D0D94ABE8}" dt="2025-11-17T12:38:26.077" v="1905" actId="478"/>
          <ac:spMkLst>
            <pc:docMk/>
            <pc:sldMk cId="3701879460" sldId="350"/>
            <ac:spMk id="196" creationId="{00000000-0000-0000-0000-000000000000}"/>
          </ac:spMkLst>
        </pc:spChg>
        <pc:picChg chg="add mod">
          <ac:chgData name="GONZALO ANDRES SCOLARI OLIVARES" userId="dd02ed4c-31fa-4754-8c45-2b01c9c9f6c0" providerId="ADAL" clId="{2110AD0E-B50B-4582-9567-C39D0D94ABE8}" dt="2025-11-17T12:38:28.879" v="1906" actId="1076"/>
          <ac:picMkLst>
            <pc:docMk/>
            <pc:sldMk cId="3701879460" sldId="350"/>
            <ac:picMk id="3" creationId="{800A027E-6B4F-B417-4B63-49BD13D7DA54}"/>
          </ac:picMkLst>
        </pc:picChg>
      </pc:sldChg>
      <pc:sldChg chg="addSp delSp modSp add del mod modNotesTx">
        <pc:chgData name="GONZALO ANDRES SCOLARI OLIVARES" userId="dd02ed4c-31fa-4754-8c45-2b01c9c9f6c0" providerId="ADAL" clId="{2110AD0E-B50B-4582-9567-C39D0D94ABE8}" dt="2025-11-17T12:38:35.679" v="1908" actId="1076"/>
        <pc:sldMkLst>
          <pc:docMk/>
          <pc:sldMk cId="1282866811" sldId="351"/>
        </pc:sldMkLst>
        <pc:spChg chg="del">
          <ac:chgData name="GONZALO ANDRES SCOLARI OLIVARES" userId="dd02ed4c-31fa-4754-8c45-2b01c9c9f6c0" providerId="ADAL" clId="{2110AD0E-B50B-4582-9567-C39D0D94ABE8}" dt="2025-11-17T12:38:32.467" v="1907" actId="478"/>
          <ac:spMkLst>
            <pc:docMk/>
            <pc:sldMk cId="1282866811" sldId="351"/>
            <ac:spMk id="196" creationId="{00000000-0000-0000-0000-000000000000}"/>
          </ac:spMkLst>
        </pc:spChg>
        <pc:picChg chg="add mod">
          <ac:chgData name="GONZALO ANDRES SCOLARI OLIVARES" userId="dd02ed4c-31fa-4754-8c45-2b01c9c9f6c0" providerId="ADAL" clId="{2110AD0E-B50B-4582-9567-C39D0D94ABE8}" dt="2025-11-17T12:38:35.679" v="1908" actId="1076"/>
          <ac:picMkLst>
            <pc:docMk/>
            <pc:sldMk cId="1282866811" sldId="351"/>
            <ac:picMk id="3" creationId="{4E67FDD8-8E1A-8E4E-3766-BC76962F4133}"/>
          </ac:picMkLst>
        </pc:picChg>
      </pc:sldChg>
      <pc:sldChg chg="delSp modSp add del mod modNotesTx">
        <pc:chgData name="GONZALO ANDRES SCOLARI OLIVARES" userId="dd02ed4c-31fa-4754-8c45-2b01c9c9f6c0" providerId="ADAL" clId="{2110AD0E-B50B-4582-9567-C39D0D94ABE8}" dt="2025-11-17T12:39:11.448" v="1913" actId="1076"/>
        <pc:sldMkLst>
          <pc:docMk/>
          <pc:sldMk cId="368130066" sldId="352"/>
        </pc:sldMkLst>
        <pc:spChg chg="del">
          <ac:chgData name="GONZALO ANDRES SCOLARI OLIVARES" userId="dd02ed4c-31fa-4754-8c45-2b01c9c9f6c0" providerId="ADAL" clId="{2110AD0E-B50B-4582-9567-C39D0D94ABE8}" dt="2025-11-17T12:38:57.686" v="1909" actId="478"/>
          <ac:spMkLst>
            <pc:docMk/>
            <pc:sldMk cId="368130066" sldId="352"/>
            <ac:spMk id="196" creationId="{00000000-0000-0000-0000-000000000000}"/>
          </ac:spMkLst>
        </pc:spChg>
        <pc:picChg chg="mod">
          <ac:chgData name="GONZALO ANDRES SCOLARI OLIVARES" userId="dd02ed4c-31fa-4754-8c45-2b01c9c9f6c0" providerId="ADAL" clId="{2110AD0E-B50B-4582-9567-C39D0D94ABE8}" dt="2025-11-17T12:39:11.448" v="1913" actId="1076"/>
          <ac:picMkLst>
            <pc:docMk/>
            <pc:sldMk cId="368130066" sldId="352"/>
            <ac:picMk id="2" creationId="{4069507E-897D-08D3-5852-2A7F157DE91F}"/>
          </ac:picMkLst>
        </pc:picChg>
      </pc:sldChg>
      <pc:sldChg chg="delSp modSp add del mod modNotesTx">
        <pc:chgData name="GONZALO ANDRES SCOLARI OLIVARES" userId="dd02ed4c-31fa-4754-8c45-2b01c9c9f6c0" providerId="ADAL" clId="{2110AD0E-B50B-4582-9567-C39D0D94ABE8}" dt="2025-11-17T12:42:23.056" v="1971" actId="20577"/>
        <pc:sldMkLst>
          <pc:docMk/>
          <pc:sldMk cId="2908401605" sldId="353"/>
        </pc:sldMkLst>
        <pc:spChg chg="del">
          <ac:chgData name="GONZALO ANDRES SCOLARI OLIVARES" userId="dd02ed4c-31fa-4754-8c45-2b01c9c9f6c0" providerId="ADAL" clId="{2110AD0E-B50B-4582-9567-C39D0D94ABE8}" dt="2025-11-17T12:39:35.887" v="1914" actId="478"/>
          <ac:spMkLst>
            <pc:docMk/>
            <pc:sldMk cId="2908401605" sldId="353"/>
            <ac:spMk id="196" creationId="{00000000-0000-0000-0000-000000000000}"/>
          </ac:spMkLst>
        </pc:spChg>
        <pc:picChg chg="mod">
          <ac:chgData name="GONZALO ANDRES SCOLARI OLIVARES" userId="dd02ed4c-31fa-4754-8c45-2b01c9c9f6c0" providerId="ADAL" clId="{2110AD0E-B50B-4582-9567-C39D0D94ABE8}" dt="2025-11-17T12:41:44.486" v="1953" actId="1076"/>
          <ac:picMkLst>
            <pc:docMk/>
            <pc:sldMk cId="2908401605" sldId="353"/>
            <ac:picMk id="2" creationId="{72644DF1-807F-9622-937B-0E83AEFB1A45}"/>
          </ac:picMkLst>
        </pc:picChg>
      </pc:sldChg>
      <pc:sldChg chg="delSp modSp add del mod modNotesTx">
        <pc:chgData name="GONZALO ANDRES SCOLARI OLIVARES" userId="dd02ed4c-31fa-4754-8c45-2b01c9c9f6c0" providerId="ADAL" clId="{2110AD0E-B50B-4582-9567-C39D0D94ABE8}" dt="2025-11-17T12:42:36.801" v="1996" actId="20577"/>
        <pc:sldMkLst>
          <pc:docMk/>
          <pc:sldMk cId="1758310102" sldId="354"/>
        </pc:sldMkLst>
        <pc:spChg chg="del">
          <ac:chgData name="GONZALO ANDRES SCOLARI OLIVARES" userId="dd02ed4c-31fa-4754-8c45-2b01c9c9f6c0" providerId="ADAL" clId="{2110AD0E-B50B-4582-9567-C39D0D94ABE8}" dt="2025-11-17T12:40:24.037" v="1917" actId="478"/>
          <ac:spMkLst>
            <pc:docMk/>
            <pc:sldMk cId="1758310102" sldId="354"/>
            <ac:spMk id="196" creationId="{00000000-0000-0000-0000-000000000000}"/>
          </ac:spMkLst>
        </pc:spChg>
        <pc:picChg chg="mod">
          <ac:chgData name="GONZALO ANDRES SCOLARI OLIVARES" userId="dd02ed4c-31fa-4754-8c45-2b01c9c9f6c0" providerId="ADAL" clId="{2110AD0E-B50B-4582-9567-C39D0D94ABE8}" dt="2025-11-17T12:41:40.852" v="1952" actId="1076"/>
          <ac:picMkLst>
            <pc:docMk/>
            <pc:sldMk cId="1758310102" sldId="354"/>
            <ac:picMk id="2" creationId="{AECBF00B-72D6-F804-6380-D2C66A1D5D9C}"/>
          </ac:picMkLst>
        </pc:picChg>
      </pc:sldChg>
      <pc:sldChg chg="delSp modSp add del mod modNotesTx">
        <pc:chgData name="GONZALO ANDRES SCOLARI OLIVARES" userId="dd02ed4c-31fa-4754-8c45-2b01c9c9f6c0" providerId="ADAL" clId="{2110AD0E-B50B-4582-9567-C39D0D94ABE8}" dt="2025-11-17T12:42:44.406" v="2011" actId="20577"/>
        <pc:sldMkLst>
          <pc:docMk/>
          <pc:sldMk cId="3396013302" sldId="355"/>
        </pc:sldMkLst>
        <pc:spChg chg="del">
          <ac:chgData name="GONZALO ANDRES SCOLARI OLIVARES" userId="dd02ed4c-31fa-4754-8c45-2b01c9c9f6c0" providerId="ADAL" clId="{2110AD0E-B50B-4582-9567-C39D0D94ABE8}" dt="2025-11-17T12:41:30.432" v="1950" actId="478"/>
          <ac:spMkLst>
            <pc:docMk/>
            <pc:sldMk cId="3396013302" sldId="355"/>
            <ac:spMk id="196" creationId="{00000000-0000-0000-0000-000000000000}"/>
          </ac:spMkLst>
        </pc:spChg>
        <pc:picChg chg="mod">
          <ac:chgData name="GONZALO ANDRES SCOLARI OLIVARES" userId="dd02ed4c-31fa-4754-8c45-2b01c9c9f6c0" providerId="ADAL" clId="{2110AD0E-B50B-4582-9567-C39D0D94ABE8}" dt="2025-11-17T12:41:37.518" v="1951" actId="1076"/>
          <ac:picMkLst>
            <pc:docMk/>
            <pc:sldMk cId="3396013302" sldId="355"/>
            <ac:picMk id="2" creationId="{2102A2B4-5DAB-C75F-C366-393FAD5899C6}"/>
          </ac:picMkLst>
        </pc:picChg>
      </pc:sldChg>
      <pc:sldChg chg="delSp modSp add del mod modNotesTx">
        <pc:chgData name="GONZALO ANDRES SCOLARI OLIVARES" userId="dd02ed4c-31fa-4754-8c45-2b01c9c9f6c0" providerId="ADAL" clId="{2110AD0E-B50B-4582-9567-C39D0D94ABE8}" dt="2025-11-17T12:42:50.358" v="2021" actId="20577"/>
        <pc:sldMkLst>
          <pc:docMk/>
          <pc:sldMk cId="3288084880" sldId="356"/>
        </pc:sldMkLst>
        <pc:spChg chg="del">
          <ac:chgData name="GONZALO ANDRES SCOLARI OLIVARES" userId="dd02ed4c-31fa-4754-8c45-2b01c9c9f6c0" providerId="ADAL" clId="{2110AD0E-B50B-4582-9567-C39D0D94ABE8}" dt="2025-11-17T12:41:51.355" v="1954" actId="478"/>
          <ac:spMkLst>
            <pc:docMk/>
            <pc:sldMk cId="3288084880" sldId="356"/>
            <ac:spMk id="196" creationId="{00000000-0000-0000-0000-000000000000}"/>
          </ac:spMkLst>
        </pc:spChg>
        <pc:picChg chg="mod">
          <ac:chgData name="GONZALO ANDRES SCOLARI OLIVARES" userId="dd02ed4c-31fa-4754-8c45-2b01c9c9f6c0" providerId="ADAL" clId="{2110AD0E-B50B-4582-9567-C39D0D94ABE8}" dt="2025-11-17T12:42:01.523" v="1956" actId="1076"/>
          <ac:picMkLst>
            <pc:docMk/>
            <pc:sldMk cId="3288084880" sldId="356"/>
            <ac:picMk id="2" creationId="{EA34A753-19EA-A643-F63B-86D9BEC1D512}"/>
          </ac:picMkLst>
        </pc:picChg>
      </pc:sldChg>
      <pc:sldChg chg="modSp add del">
        <pc:chgData name="GONZALO ANDRES SCOLARI OLIVARES" userId="dd02ed4c-31fa-4754-8c45-2b01c9c9f6c0" providerId="ADAL" clId="{2110AD0E-B50B-4582-9567-C39D0D94ABE8}" dt="2025-11-10T21:04:29.785" v="1565"/>
        <pc:sldMkLst>
          <pc:docMk/>
          <pc:sldMk cId="210769458" sldId="363"/>
        </pc:sldMkLst>
        <pc:spChg chg="mod">
          <ac:chgData name="GONZALO ANDRES SCOLARI OLIVARES" userId="dd02ed4c-31fa-4754-8c45-2b01c9c9f6c0" providerId="ADAL" clId="{2110AD0E-B50B-4582-9567-C39D0D94ABE8}" dt="2025-11-09T22:12:20.659" v="664"/>
          <ac:spMkLst>
            <pc:docMk/>
            <pc:sldMk cId="210769458" sldId="363"/>
            <ac:spMk id="193" creationId="{00000000-0000-0000-0000-000000000000}"/>
          </ac:spMkLst>
        </pc:spChg>
      </pc:sldChg>
      <pc:sldChg chg="modSp add del">
        <pc:chgData name="GONZALO ANDRES SCOLARI OLIVARES" userId="dd02ed4c-31fa-4754-8c45-2b01c9c9f6c0" providerId="ADAL" clId="{2110AD0E-B50B-4582-9567-C39D0D94ABE8}" dt="2025-11-10T21:04:29.785" v="1565"/>
        <pc:sldMkLst>
          <pc:docMk/>
          <pc:sldMk cId="648315008" sldId="364"/>
        </pc:sldMkLst>
        <pc:spChg chg="mod">
          <ac:chgData name="GONZALO ANDRES SCOLARI OLIVARES" userId="dd02ed4c-31fa-4754-8c45-2b01c9c9f6c0" providerId="ADAL" clId="{2110AD0E-B50B-4582-9567-C39D0D94ABE8}" dt="2025-11-09T22:42:41.302" v="934"/>
          <ac:spMkLst>
            <pc:docMk/>
            <pc:sldMk cId="648315008" sldId="364"/>
            <ac:spMk id="193" creationId="{00000000-0000-0000-0000-000000000000}"/>
          </ac:spMkLst>
        </pc:spChg>
      </pc:sldChg>
      <pc:sldChg chg="modSp add del">
        <pc:chgData name="GONZALO ANDRES SCOLARI OLIVARES" userId="dd02ed4c-31fa-4754-8c45-2b01c9c9f6c0" providerId="ADAL" clId="{2110AD0E-B50B-4582-9567-C39D0D94ABE8}" dt="2025-11-10T21:04:29.785" v="1565"/>
        <pc:sldMkLst>
          <pc:docMk/>
          <pc:sldMk cId="1404225392" sldId="365"/>
        </pc:sldMkLst>
        <pc:spChg chg="mod">
          <ac:chgData name="GONZALO ANDRES SCOLARI OLIVARES" userId="dd02ed4c-31fa-4754-8c45-2b01c9c9f6c0" providerId="ADAL" clId="{2110AD0E-B50B-4582-9567-C39D0D94ABE8}" dt="2025-11-09T22:50:37.785" v="944"/>
          <ac:spMkLst>
            <pc:docMk/>
            <pc:sldMk cId="1404225392" sldId="365"/>
            <ac:spMk id="193" creationId="{00000000-0000-0000-0000-000000000000}"/>
          </ac:spMkLst>
        </pc:spChg>
      </pc:sldChg>
      <pc:sldChg chg="modSp add del modNotesTx">
        <pc:chgData name="GONZALO ANDRES SCOLARI OLIVARES" userId="dd02ed4c-31fa-4754-8c45-2b01c9c9f6c0" providerId="ADAL" clId="{2110AD0E-B50B-4582-9567-C39D0D94ABE8}" dt="2025-11-10T21:23:22.277" v="1710" actId="20577"/>
        <pc:sldMkLst>
          <pc:docMk/>
          <pc:sldMk cId="3179850154" sldId="367"/>
        </pc:sldMkLst>
        <pc:spChg chg="mod">
          <ac:chgData name="GONZALO ANDRES SCOLARI OLIVARES" userId="dd02ed4c-31fa-4754-8c45-2b01c9c9f6c0" providerId="ADAL" clId="{2110AD0E-B50B-4582-9567-C39D0D94ABE8}" dt="2025-11-09T22:50:55.341" v="946"/>
          <ac:spMkLst>
            <pc:docMk/>
            <pc:sldMk cId="3179850154" sldId="367"/>
            <ac:spMk id="193" creationId="{00000000-0000-0000-0000-000000000000}"/>
          </ac:spMkLst>
        </pc:spChg>
      </pc:sldChg>
      <pc:sldChg chg="addSp delSp modSp add del mod">
        <pc:chgData name="GONZALO ANDRES SCOLARI OLIVARES" userId="dd02ed4c-31fa-4754-8c45-2b01c9c9f6c0" providerId="ADAL" clId="{2110AD0E-B50B-4582-9567-C39D0D94ABE8}" dt="2025-11-17T02:39:24.288" v="1790" actId="478"/>
        <pc:sldMkLst>
          <pc:docMk/>
          <pc:sldMk cId="348200467" sldId="368"/>
        </pc:sldMkLst>
        <pc:spChg chg="add mod">
          <ac:chgData name="GONZALO ANDRES SCOLARI OLIVARES" userId="dd02ed4c-31fa-4754-8c45-2b01c9c9f6c0" providerId="ADAL" clId="{2110AD0E-B50B-4582-9567-C39D0D94ABE8}" dt="2025-11-17T02:36:17.692" v="1770" actId="164"/>
          <ac:spMkLst>
            <pc:docMk/>
            <pc:sldMk cId="348200467" sldId="368"/>
            <ac:spMk id="4" creationId="{65432397-7BB4-B2A7-94AF-849EF500C978}"/>
          </ac:spMkLst>
        </pc:spChg>
        <pc:spChg chg="mod">
          <ac:chgData name="GONZALO ANDRES SCOLARI OLIVARES" userId="dd02ed4c-31fa-4754-8c45-2b01c9c9f6c0" providerId="ADAL" clId="{2110AD0E-B50B-4582-9567-C39D0D94ABE8}" dt="2025-11-17T02:35:38.442" v="1760"/>
          <ac:spMkLst>
            <pc:docMk/>
            <pc:sldMk cId="348200467" sldId="368"/>
            <ac:spMk id="211" creationId="{C728F4F5-72D7-5B1C-2D75-3E8F0C537652}"/>
          </ac:spMkLst>
        </pc:spChg>
        <pc:grpChg chg="add del mod">
          <ac:chgData name="GONZALO ANDRES SCOLARI OLIVARES" userId="dd02ed4c-31fa-4754-8c45-2b01c9c9f6c0" providerId="ADAL" clId="{2110AD0E-B50B-4582-9567-C39D0D94ABE8}" dt="2025-11-17T02:39:24.288" v="1790" actId="478"/>
          <ac:grpSpMkLst>
            <pc:docMk/>
            <pc:sldMk cId="348200467" sldId="368"/>
            <ac:grpSpMk id="5" creationId="{EA74DF36-AC06-19B2-80BA-2CB1A9294B57}"/>
          </ac:grpSpMkLst>
        </pc:grpChg>
        <pc:picChg chg="del">
          <ac:chgData name="GONZALO ANDRES SCOLARI OLIVARES" userId="dd02ed4c-31fa-4754-8c45-2b01c9c9f6c0" providerId="ADAL" clId="{2110AD0E-B50B-4582-9567-C39D0D94ABE8}" dt="2025-11-17T02:35:24.812" v="1759" actId="478"/>
          <ac:picMkLst>
            <pc:docMk/>
            <pc:sldMk cId="348200467" sldId="368"/>
            <ac:picMk id="2" creationId="{F9850A8B-A706-997F-7B54-7B9868675223}"/>
          </ac:picMkLst>
        </pc:picChg>
        <pc:picChg chg="add mod">
          <ac:chgData name="GONZALO ANDRES SCOLARI OLIVARES" userId="dd02ed4c-31fa-4754-8c45-2b01c9c9f6c0" providerId="ADAL" clId="{2110AD0E-B50B-4582-9567-C39D0D94ABE8}" dt="2025-11-17T02:36:17.692" v="1770" actId="164"/>
          <ac:picMkLst>
            <pc:docMk/>
            <pc:sldMk cId="348200467" sldId="368"/>
            <ac:picMk id="3" creationId="{7ABD34A1-8A98-A53E-11DB-9A70DDBD75C4}"/>
          </ac:picMkLst>
        </pc:picChg>
      </pc:sldChg>
      <pc:sldChg chg="addSp delSp modSp add del mod modNotesTx">
        <pc:chgData name="GONZALO ANDRES SCOLARI OLIVARES" userId="dd02ed4c-31fa-4754-8c45-2b01c9c9f6c0" providerId="ADAL" clId="{2110AD0E-B50B-4582-9567-C39D0D94ABE8}" dt="2025-11-17T02:40:17.272" v="1807" actId="1076"/>
        <pc:sldMkLst>
          <pc:docMk/>
          <pc:sldMk cId="3381779357" sldId="369"/>
        </pc:sldMkLst>
        <pc:spChg chg="mod">
          <ac:chgData name="GONZALO ANDRES SCOLARI OLIVARES" userId="dd02ed4c-31fa-4754-8c45-2b01c9c9f6c0" providerId="ADAL" clId="{2110AD0E-B50B-4582-9567-C39D0D94ABE8}" dt="2025-11-17T02:40:07.410" v="1804"/>
          <ac:spMkLst>
            <pc:docMk/>
            <pc:sldMk cId="3381779357" sldId="369"/>
            <ac:spMk id="211" creationId="{C728F4F5-72D7-5B1C-2D75-3E8F0C537652}"/>
          </ac:spMkLst>
        </pc:spChg>
        <pc:picChg chg="add mod">
          <ac:chgData name="GONZALO ANDRES SCOLARI OLIVARES" userId="dd02ed4c-31fa-4754-8c45-2b01c9c9f6c0" providerId="ADAL" clId="{2110AD0E-B50B-4582-9567-C39D0D94ABE8}" dt="2025-11-17T02:40:17.272" v="1807" actId="1076"/>
          <ac:picMkLst>
            <pc:docMk/>
            <pc:sldMk cId="3381779357" sldId="369"/>
            <ac:picMk id="2" creationId="{863C0C72-7125-91B3-4EFB-51BE6110E091}"/>
          </ac:picMkLst>
        </pc:picChg>
        <pc:picChg chg="del">
          <ac:chgData name="GONZALO ANDRES SCOLARI OLIVARES" userId="dd02ed4c-31fa-4754-8c45-2b01c9c9f6c0" providerId="ADAL" clId="{2110AD0E-B50B-4582-9567-C39D0D94ABE8}" dt="2025-11-17T02:39:38.570" v="1793" actId="478"/>
          <ac:picMkLst>
            <pc:docMk/>
            <pc:sldMk cId="3381779357" sldId="369"/>
            <ac:picMk id="4" creationId="{F5CDBF32-D364-F046-844F-A48CA050E208}"/>
          </ac:picMkLst>
        </pc:picChg>
      </pc:sldChg>
      <pc:sldChg chg="addSp delSp modSp add del mod">
        <pc:chgData name="GONZALO ANDRES SCOLARI OLIVARES" userId="dd02ed4c-31fa-4754-8c45-2b01c9c9f6c0" providerId="ADAL" clId="{2110AD0E-B50B-4582-9567-C39D0D94ABE8}" dt="2025-11-17T18:57:09.465" v="2080" actId="1076"/>
        <pc:sldMkLst>
          <pc:docMk/>
          <pc:sldMk cId="2293677669" sldId="370"/>
        </pc:sldMkLst>
        <pc:spChg chg="add del">
          <ac:chgData name="GONZALO ANDRES SCOLARI OLIVARES" userId="dd02ed4c-31fa-4754-8c45-2b01c9c9f6c0" providerId="ADAL" clId="{2110AD0E-B50B-4582-9567-C39D0D94ABE8}" dt="2025-11-17T18:56:48.592" v="2070" actId="22"/>
          <ac:spMkLst>
            <pc:docMk/>
            <pc:sldMk cId="2293677669" sldId="370"/>
            <ac:spMk id="4" creationId="{3A2E0140-8094-2270-D8D2-2B12294D5F1D}"/>
          </ac:spMkLst>
        </pc:spChg>
        <pc:spChg chg="mod">
          <ac:chgData name="GONZALO ANDRES SCOLARI OLIVARES" userId="dd02ed4c-31fa-4754-8c45-2b01c9c9f6c0" providerId="ADAL" clId="{2110AD0E-B50B-4582-9567-C39D0D94ABE8}" dt="2025-11-17T14:58:31.014" v="2058" actId="20577"/>
          <ac:spMkLst>
            <pc:docMk/>
            <pc:sldMk cId="2293677669" sldId="370"/>
            <ac:spMk id="211" creationId="{C728F4F5-72D7-5B1C-2D75-3E8F0C537652}"/>
          </ac:spMkLst>
        </pc:spChg>
        <pc:picChg chg="del">
          <ac:chgData name="GONZALO ANDRES SCOLARI OLIVARES" userId="dd02ed4c-31fa-4754-8c45-2b01c9c9f6c0" providerId="ADAL" clId="{2110AD0E-B50B-4582-9567-C39D0D94ABE8}" dt="2025-11-17T14:59:41.499" v="2059" actId="21"/>
          <ac:picMkLst>
            <pc:docMk/>
            <pc:sldMk cId="2293677669" sldId="370"/>
            <ac:picMk id="3" creationId="{99274FD8-8198-D043-7B90-53DC7B1F34C0}"/>
          </ac:picMkLst>
        </pc:picChg>
        <pc:picChg chg="add mod">
          <ac:chgData name="GONZALO ANDRES SCOLARI OLIVARES" userId="dd02ed4c-31fa-4754-8c45-2b01c9c9f6c0" providerId="ADAL" clId="{2110AD0E-B50B-4582-9567-C39D0D94ABE8}" dt="2025-11-17T18:57:09.465" v="2080" actId="1076"/>
          <ac:picMkLst>
            <pc:docMk/>
            <pc:sldMk cId="2293677669" sldId="370"/>
            <ac:picMk id="6" creationId="{B630F06C-D8C9-34FF-A89D-877A073515AF}"/>
          </ac:picMkLst>
        </pc:picChg>
      </pc:sldChg>
      <pc:sldChg chg="addSp delSp modSp add del mod modNotesTx">
        <pc:chgData name="GONZALO ANDRES SCOLARI OLIVARES" userId="dd02ed4c-31fa-4754-8c45-2b01c9c9f6c0" providerId="ADAL" clId="{2110AD0E-B50B-4582-9567-C39D0D94ABE8}" dt="2025-11-17T02:42:41.314" v="1837" actId="14100"/>
        <pc:sldMkLst>
          <pc:docMk/>
          <pc:sldMk cId="1362040023" sldId="371"/>
        </pc:sldMkLst>
        <pc:spChg chg="mod">
          <ac:chgData name="GONZALO ANDRES SCOLARI OLIVARES" userId="dd02ed4c-31fa-4754-8c45-2b01c9c9f6c0" providerId="ADAL" clId="{2110AD0E-B50B-4582-9567-C39D0D94ABE8}" dt="2025-11-17T02:41:57.935" v="1827" actId="20577"/>
          <ac:spMkLst>
            <pc:docMk/>
            <pc:sldMk cId="1362040023" sldId="371"/>
            <ac:spMk id="211" creationId="{C728F4F5-72D7-5B1C-2D75-3E8F0C537652}"/>
          </ac:spMkLst>
        </pc:spChg>
        <pc:picChg chg="del mod">
          <ac:chgData name="GONZALO ANDRES SCOLARI OLIVARES" userId="dd02ed4c-31fa-4754-8c45-2b01c9c9f6c0" providerId="ADAL" clId="{2110AD0E-B50B-4582-9567-C39D0D94ABE8}" dt="2025-11-17T02:41:55.471" v="1826" actId="478"/>
          <ac:picMkLst>
            <pc:docMk/>
            <pc:sldMk cId="1362040023" sldId="371"/>
            <ac:picMk id="2" creationId="{0E421827-76E8-5295-4EC5-C3F794220F7E}"/>
          </ac:picMkLst>
        </pc:picChg>
        <pc:picChg chg="add mod">
          <ac:chgData name="GONZALO ANDRES SCOLARI OLIVARES" userId="dd02ed4c-31fa-4754-8c45-2b01c9c9f6c0" providerId="ADAL" clId="{2110AD0E-B50B-4582-9567-C39D0D94ABE8}" dt="2025-11-17T02:42:25.450" v="1832" actId="1076"/>
          <ac:picMkLst>
            <pc:docMk/>
            <pc:sldMk cId="1362040023" sldId="371"/>
            <ac:picMk id="3" creationId="{B13F91D0-649D-342D-7C98-7A0B17CFBA23}"/>
          </ac:picMkLst>
        </pc:picChg>
        <pc:picChg chg="add mod">
          <ac:chgData name="GONZALO ANDRES SCOLARI OLIVARES" userId="dd02ed4c-31fa-4754-8c45-2b01c9c9f6c0" providerId="ADAL" clId="{2110AD0E-B50B-4582-9567-C39D0D94ABE8}" dt="2025-11-17T02:42:41.314" v="1837" actId="14100"/>
          <ac:picMkLst>
            <pc:docMk/>
            <pc:sldMk cId="1362040023" sldId="371"/>
            <ac:picMk id="4" creationId="{1B6A29B2-D5CD-7A61-25F9-AB443D48534A}"/>
          </ac:picMkLst>
        </pc:picChg>
      </pc:sldChg>
      <pc:sldChg chg="addSp delSp modSp add del mod">
        <pc:chgData name="GONZALO ANDRES SCOLARI OLIVARES" userId="dd02ed4c-31fa-4754-8c45-2b01c9c9f6c0" providerId="ADAL" clId="{2110AD0E-B50B-4582-9567-C39D0D94ABE8}" dt="2025-11-17T02:43:01.330" v="1844" actId="1076"/>
        <pc:sldMkLst>
          <pc:docMk/>
          <pc:sldMk cId="2196547181" sldId="372"/>
        </pc:sldMkLst>
        <pc:spChg chg="mod">
          <ac:chgData name="GONZALO ANDRES SCOLARI OLIVARES" userId="dd02ed4c-31fa-4754-8c45-2b01c9c9f6c0" providerId="ADAL" clId="{2110AD0E-B50B-4582-9567-C39D0D94ABE8}" dt="2025-11-17T02:42:46.635" v="1838" actId="20577"/>
          <ac:spMkLst>
            <pc:docMk/>
            <pc:sldMk cId="2196547181" sldId="372"/>
            <ac:spMk id="211" creationId="{C728F4F5-72D7-5B1C-2D75-3E8F0C537652}"/>
          </ac:spMkLst>
        </pc:spChg>
        <pc:picChg chg="add mod">
          <ac:chgData name="GONZALO ANDRES SCOLARI OLIVARES" userId="dd02ed4c-31fa-4754-8c45-2b01c9c9f6c0" providerId="ADAL" clId="{2110AD0E-B50B-4582-9567-C39D0D94ABE8}" dt="2025-11-17T02:43:01.330" v="1844" actId="1076"/>
          <ac:picMkLst>
            <pc:docMk/>
            <pc:sldMk cId="2196547181" sldId="372"/>
            <ac:picMk id="2" creationId="{D9ABC3EA-3152-325E-BFF3-49EF5A76C80C}"/>
          </ac:picMkLst>
        </pc:picChg>
        <pc:picChg chg="del">
          <ac:chgData name="GONZALO ANDRES SCOLARI OLIVARES" userId="dd02ed4c-31fa-4754-8c45-2b01c9c9f6c0" providerId="ADAL" clId="{2110AD0E-B50B-4582-9567-C39D0D94ABE8}" dt="2025-11-17T02:42:48.292" v="1839" actId="478"/>
          <ac:picMkLst>
            <pc:docMk/>
            <pc:sldMk cId="2196547181" sldId="372"/>
            <ac:picMk id="3" creationId="{9407E619-44F9-03B4-DD28-2A425A578057}"/>
          </ac:picMkLst>
        </pc:picChg>
      </pc:sldChg>
      <pc:sldChg chg="addSp delSp modSp add del mod">
        <pc:chgData name="GONZALO ANDRES SCOLARI OLIVARES" userId="dd02ed4c-31fa-4754-8c45-2b01c9c9f6c0" providerId="ADAL" clId="{2110AD0E-B50B-4582-9567-C39D0D94ABE8}" dt="2025-11-17T14:21:13.256" v="2030"/>
        <pc:sldMkLst>
          <pc:docMk/>
          <pc:sldMk cId="1308599360" sldId="373"/>
        </pc:sldMkLst>
        <pc:spChg chg="mod">
          <ac:chgData name="GONZALO ANDRES SCOLARI OLIVARES" userId="dd02ed4c-31fa-4754-8c45-2b01c9c9f6c0" providerId="ADAL" clId="{2110AD0E-B50B-4582-9567-C39D0D94ABE8}" dt="2025-11-17T14:21:13.256" v="2030"/>
          <ac:spMkLst>
            <pc:docMk/>
            <pc:sldMk cId="1308599360" sldId="373"/>
            <ac:spMk id="211" creationId="{C728F4F5-72D7-5B1C-2D75-3E8F0C537652}"/>
          </ac:spMkLst>
        </pc:spChg>
        <pc:picChg chg="del">
          <ac:chgData name="GONZALO ANDRES SCOLARI OLIVARES" userId="dd02ed4c-31fa-4754-8c45-2b01c9c9f6c0" providerId="ADAL" clId="{2110AD0E-B50B-4582-9567-C39D0D94ABE8}" dt="2025-11-17T02:43:04.578" v="1845" actId="478"/>
          <ac:picMkLst>
            <pc:docMk/>
            <pc:sldMk cId="1308599360" sldId="373"/>
            <ac:picMk id="2" creationId="{3B9F5C6E-02E9-013D-4EEA-46C3F11A4DFA}"/>
          </ac:picMkLst>
        </pc:picChg>
        <pc:picChg chg="add mod">
          <ac:chgData name="GONZALO ANDRES SCOLARI OLIVARES" userId="dd02ed4c-31fa-4754-8c45-2b01c9c9f6c0" providerId="ADAL" clId="{2110AD0E-B50B-4582-9567-C39D0D94ABE8}" dt="2025-11-17T14:20:57.990" v="2023"/>
          <ac:picMkLst>
            <pc:docMk/>
            <pc:sldMk cId="1308599360" sldId="373"/>
            <ac:picMk id="3" creationId="{160014C7-45F5-E079-176B-F4CDAC0DD773}"/>
          </ac:picMkLst>
        </pc:picChg>
      </pc:sldChg>
      <pc:sldChg chg="addSp delSp modSp add del mod">
        <pc:chgData name="GONZALO ANDRES SCOLARI OLIVARES" userId="dd02ed4c-31fa-4754-8c45-2b01c9c9f6c0" providerId="ADAL" clId="{2110AD0E-B50B-4582-9567-C39D0D94ABE8}" dt="2025-11-17T15:00:51.816" v="2068" actId="1076"/>
        <pc:sldMkLst>
          <pc:docMk/>
          <pc:sldMk cId="12173027" sldId="374"/>
        </pc:sldMkLst>
        <pc:spChg chg="mod">
          <ac:chgData name="GONZALO ANDRES SCOLARI OLIVARES" userId="dd02ed4c-31fa-4754-8c45-2b01c9c9f6c0" providerId="ADAL" clId="{2110AD0E-B50B-4582-9567-C39D0D94ABE8}" dt="2025-11-17T14:58:15.698" v="2046" actId="6549"/>
          <ac:spMkLst>
            <pc:docMk/>
            <pc:sldMk cId="12173027" sldId="374"/>
            <ac:spMk id="211" creationId="{C728F4F5-72D7-5B1C-2D75-3E8F0C537652}"/>
          </ac:spMkLst>
        </pc:spChg>
        <pc:picChg chg="del">
          <ac:chgData name="GONZALO ANDRES SCOLARI OLIVARES" userId="dd02ed4c-31fa-4754-8c45-2b01c9c9f6c0" providerId="ADAL" clId="{2110AD0E-B50B-4582-9567-C39D0D94ABE8}" dt="2025-11-17T02:43:07.377" v="1846" actId="478"/>
          <ac:picMkLst>
            <pc:docMk/>
            <pc:sldMk cId="12173027" sldId="374"/>
            <ac:picMk id="2" creationId="{25E679F9-B6F2-1798-4F68-021AA4C1185B}"/>
          </ac:picMkLst>
        </pc:picChg>
        <pc:picChg chg="add del mod">
          <ac:chgData name="GONZALO ANDRES SCOLARI OLIVARES" userId="dd02ed4c-31fa-4754-8c45-2b01c9c9f6c0" providerId="ADAL" clId="{2110AD0E-B50B-4582-9567-C39D0D94ABE8}" dt="2025-11-17T15:00:51.041" v="2067" actId="14100"/>
          <ac:picMkLst>
            <pc:docMk/>
            <pc:sldMk cId="12173027" sldId="374"/>
            <ac:picMk id="2" creationId="{99274FD8-8198-D043-7B90-53DC7B1F34C0}"/>
          </ac:picMkLst>
        </pc:picChg>
        <pc:picChg chg="add del mod">
          <ac:chgData name="GONZALO ANDRES SCOLARI OLIVARES" userId="dd02ed4c-31fa-4754-8c45-2b01c9c9f6c0" providerId="ADAL" clId="{2110AD0E-B50B-4582-9567-C39D0D94ABE8}" dt="2025-11-17T14:20:56.152" v="2022" actId="21"/>
          <ac:picMkLst>
            <pc:docMk/>
            <pc:sldMk cId="12173027" sldId="374"/>
            <ac:picMk id="3" creationId="{160014C7-45F5-E079-176B-F4CDAC0DD773}"/>
          </ac:picMkLst>
        </pc:picChg>
        <pc:picChg chg="mod">
          <ac:chgData name="GONZALO ANDRES SCOLARI OLIVARES" userId="dd02ed4c-31fa-4754-8c45-2b01c9c9f6c0" providerId="ADAL" clId="{2110AD0E-B50B-4582-9567-C39D0D94ABE8}" dt="2025-11-17T15:00:51.816" v="2068" actId="1076"/>
          <ac:picMkLst>
            <pc:docMk/>
            <pc:sldMk cId="12173027" sldId="374"/>
            <ac:picMk id="4" creationId="{D2C536A0-27B0-A409-0EE1-B6F4698067B5}"/>
          </ac:picMkLst>
        </pc:picChg>
      </pc:sldChg>
      <pc:sldChg chg="add del">
        <pc:chgData name="GONZALO ANDRES SCOLARI OLIVARES" userId="dd02ed4c-31fa-4754-8c45-2b01c9c9f6c0" providerId="ADAL" clId="{2110AD0E-B50B-4582-9567-C39D0D94ABE8}" dt="2025-11-10T21:04:29.785" v="1565"/>
        <pc:sldMkLst>
          <pc:docMk/>
          <pc:sldMk cId="2418196585" sldId="375"/>
        </pc:sldMkLst>
      </pc:sldChg>
      <pc:sldChg chg="add del">
        <pc:chgData name="GONZALO ANDRES SCOLARI OLIVARES" userId="dd02ed4c-31fa-4754-8c45-2b01c9c9f6c0" providerId="ADAL" clId="{2110AD0E-B50B-4582-9567-C39D0D94ABE8}" dt="2025-11-10T21:04:29.785" v="1565"/>
        <pc:sldMkLst>
          <pc:docMk/>
          <pc:sldMk cId="568254769" sldId="376"/>
        </pc:sldMkLst>
      </pc:sldChg>
      <pc:sldChg chg="add del">
        <pc:chgData name="GONZALO ANDRES SCOLARI OLIVARES" userId="dd02ed4c-31fa-4754-8c45-2b01c9c9f6c0" providerId="ADAL" clId="{2110AD0E-B50B-4582-9567-C39D0D94ABE8}" dt="2025-11-10T21:04:29.785" v="1565"/>
        <pc:sldMkLst>
          <pc:docMk/>
          <pc:sldMk cId="3456669794" sldId="377"/>
        </pc:sldMkLst>
      </pc:sldChg>
      <pc:sldChg chg="addSp delSp modSp add del mod modNotesTx">
        <pc:chgData name="GONZALO ANDRES SCOLARI OLIVARES" userId="dd02ed4c-31fa-4754-8c45-2b01c9c9f6c0" providerId="ADAL" clId="{2110AD0E-B50B-4582-9567-C39D0D94ABE8}" dt="2025-11-17T12:17:06.903" v="1898" actId="6549"/>
        <pc:sldMkLst>
          <pc:docMk/>
          <pc:sldMk cId="2975032057" sldId="378"/>
        </pc:sldMkLst>
        <pc:spChg chg="mod">
          <ac:chgData name="GONZALO ANDRES SCOLARI OLIVARES" userId="dd02ed4c-31fa-4754-8c45-2b01c9c9f6c0" providerId="ADAL" clId="{2110AD0E-B50B-4582-9567-C39D0D94ABE8}" dt="2025-11-17T12:17:06.903" v="1898" actId="6549"/>
          <ac:spMkLst>
            <pc:docMk/>
            <pc:sldMk cId="2975032057" sldId="378"/>
            <ac:spMk id="211" creationId="{40F9D489-4B92-07C0-315A-0014522AB6F9}"/>
          </ac:spMkLst>
        </pc:spChg>
        <pc:spChg chg="mod">
          <ac:chgData name="GONZALO ANDRES SCOLARI OLIVARES" userId="dd02ed4c-31fa-4754-8c45-2b01c9c9f6c0" providerId="ADAL" clId="{2110AD0E-B50B-4582-9567-C39D0D94ABE8}" dt="2025-11-17T12:16:53.295" v="1895"/>
          <ac:spMkLst>
            <pc:docMk/>
            <pc:sldMk cId="2975032057" sldId="378"/>
            <ac:spMk id="212" creationId="{6C79093E-1A96-5588-E878-CEABB05F50C7}"/>
          </ac:spMkLst>
        </pc:spChg>
        <pc:spChg chg="mod">
          <ac:chgData name="GONZALO ANDRES SCOLARI OLIVARES" userId="dd02ed4c-31fa-4754-8c45-2b01c9c9f6c0" providerId="ADAL" clId="{2110AD0E-B50B-4582-9567-C39D0D94ABE8}" dt="2025-11-17T12:16:53.295" v="1895"/>
          <ac:spMkLst>
            <pc:docMk/>
            <pc:sldMk cId="2975032057" sldId="378"/>
            <ac:spMk id="213" creationId="{4D18331D-D78B-794E-8519-A13C615E18D0}"/>
          </ac:spMkLst>
        </pc:spChg>
        <pc:spChg chg="mod">
          <ac:chgData name="GONZALO ANDRES SCOLARI OLIVARES" userId="dd02ed4c-31fa-4754-8c45-2b01c9c9f6c0" providerId="ADAL" clId="{2110AD0E-B50B-4582-9567-C39D0D94ABE8}" dt="2025-11-09T22:28:32.064" v="720" actId="164"/>
          <ac:spMkLst>
            <pc:docMk/>
            <pc:sldMk cId="2975032057" sldId="378"/>
            <ac:spMk id="214" creationId="{22DD2A34-6136-EF5C-DD45-4F90D2E245C8}"/>
          </ac:spMkLst>
        </pc:spChg>
        <pc:spChg chg="mod">
          <ac:chgData name="GONZALO ANDRES SCOLARI OLIVARES" userId="dd02ed4c-31fa-4754-8c45-2b01c9c9f6c0" providerId="ADAL" clId="{2110AD0E-B50B-4582-9567-C39D0D94ABE8}" dt="2025-11-09T22:28:45.805" v="727" actId="164"/>
          <ac:spMkLst>
            <pc:docMk/>
            <pc:sldMk cId="2975032057" sldId="378"/>
            <ac:spMk id="215" creationId="{77BB4F88-BED2-D86F-78A4-C01BEF65DCC3}"/>
          </ac:spMkLst>
        </pc:spChg>
        <pc:spChg chg="mod">
          <ac:chgData name="GONZALO ANDRES SCOLARI OLIVARES" userId="dd02ed4c-31fa-4754-8c45-2b01c9c9f6c0" providerId="ADAL" clId="{2110AD0E-B50B-4582-9567-C39D0D94ABE8}" dt="2025-11-17T12:16:53.295" v="1895"/>
          <ac:spMkLst>
            <pc:docMk/>
            <pc:sldMk cId="2975032057" sldId="378"/>
            <ac:spMk id="216" creationId="{03573FC9-59E1-9261-0A9C-0B0047855FCE}"/>
          </ac:spMkLst>
        </pc:spChg>
        <pc:spChg chg="mod">
          <ac:chgData name="GONZALO ANDRES SCOLARI OLIVARES" userId="dd02ed4c-31fa-4754-8c45-2b01c9c9f6c0" providerId="ADAL" clId="{2110AD0E-B50B-4582-9567-C39D0D94ABE8}" dt="2025-11-09T22:28:45.805" v="727" actId="164"/>
          <ac:spMkLst>
            <pc:docMk/>
            <pc:sldMk cId="2975032057" sldId="378"/>
            <ac:spMk id="217" creationId="{D5AE6DF9-095C-1661-C5A5-B98A66572D27}"/>
          </ac:spMkLst>
        </pc:spChg>
        <pc:spChg chg="mod">
          <ac:chgData name="GONZALO ANDRES SCOLARI OLIVARES" userId="dd02ed4c-31fa-4754-8c45-2b01c9c9f6c0" providerId="ADAL" clId="{2110AD0E-B50B-4582-9567-C39D0D94ABE8}" dt="2025-11-17T12:16:53.295" v="1895"/>
          <ac:spMkLst>
            <pc:docMk/>
            <pc:sldMk cId="2975032057" sldId="378"/>
            <ac:spMk id="218" creationId="{CDDD1731-10EC-672D-D304-39BB884FFD65}"/>
          </ac:spMkLst>
        </pc:spChg>
        <pc:spChg chg="mod">
          <ac:chgData name="GONZALO ANDRES SCOLARI OLIVARES" userId="dd02ed4c-31fa-4754-8c45-2b01c9c9f6c0" providerId="ADAL" clId="{2110AD0E-B50B-4582-9567-C39D0D94ABE8}" dt="2025-11-17T12:16:53.295" v="1895"/>
          <ac:spMkLst>
            <pc:docMk/>
            <pc:sldMk cId="2975032057" sldId="378"/>
            <ac:spMk id="219" creationId="{325F517A-5A37-B68A-2610-23241BA9CCC2}"/>
          </ac:spMkLst>
        </pc:spChg>
        <pc:spChg chg="mod">
          <ac:chgData name="GONZALO ANDRES SCOLARI OLIVARES" userId="dd02ed4c-31fa-4754-8c45-2b01c9c9f6c0" providerId="ADAL" clId="{2110AD0E-B50B-4582-9567-C39D0D94ABE8}" dt="2025-11-17T12:16:53.295" v="1895"/>
          <ac:spMkLst>
            <pc:docMk/>
            <pc:sldMk cId="2975032057" sldId="378"/>
            <ac:spMk id="220" creationId="{581D899B-A7EB-11BB-1DF9-20AE10F2792F}"/>
          </ac:spMkLst>
        </pc:spChg>
        <pc:spChg chg="mod">
          <ac:chgData name="GONZALO ANDRES SCOLARI OLIVARES" userId="dd02ed4c-31fa-4754-8c45-2b01c9c9f6c0" providerId="ADAL" clId="{2110AD0E-B50B-4582-9567-C39D0D94ABE8}" dt="2025-11-17T12:16:53.295" v="1895"/>
          <ac:spMkLst>
            <pc:docMk/>
            <pc:sldMk cId="2975032057" sldId="378"/>
            <ac:spMk id="221" creationId="{A37C6838-09BB-B2E4-4EA6-554F9D1C54C4}"/>
          </ac:spMkLst>
        </pc:spChg>
        <pc:spChg chg="mod">
          <ac:chgData name="GONZALO ANDRES SCOLARI OLIVARES" userId="dd02ed4c-31fa-4754-8c45-2b01c9c9f6c0" providerId="ADAL" clId="{2110AD0E-B50B-4582-9567-C39D0D94ABE8}" dt="2025-11-09T22:28:22.501" v="718" actId="164"/>
          <ac:spMkLst>
            <pc:docMk/>
            <pc:sldMk cId="2975032057" sldId="378"/>
            <ac:spMk id="222" creationId="{513FD6C6-F2C3-707A-42E7-FE1C4DD36ABF}"/>
          </ac:spMkLst>
        </pc:spChg>
        <pc:spChg chg="mod">
          <ac:chgData name="GONZALO ANDRES SCOLARI OLIVARES" userId="dd02ed4c-31fa-4754-8c45-2b01c9c9f6c0" providerId="ADAL" clId="{2110AD0E-B50B-4582-9567-C39D0D94ABE8}" dt="2025-11-17T12:16:53.295" v="1895"/>
          <ac:spMkLst>
            <pc:docMk/>
            <pc:sldMk cId="2975032057" sldId="378"/>
            <ac:spMk id="223" creationId="{3E994BEE-749A-8D5A-FDCB-0252E0CB8F33}"/>
          </ac:spMkLst>
        </pc:spChg>
        <pc:spChg chg="mod">
          <ac:chgData name="GONZALO ANDRES SCOLARI OLIVARES" userId="dd02ed4c-31fa-4754-8c45-2b01c9c9f6c0" providerId="ADAL" clId="{2110AD0E-B50B-4582-9567-C39D0D94ABE8}" dt="2025-11-17T12:16:53.295" v="1895"/>
          <ac:spMkLst>
            <pc:docMk/>
            <pc:sldMk cId="2975032057" sldId="378"/>
            <ac:spMk id="224" creationId="{BF282672-9DB6-49F1-4206-80510CC9DA49}"/>
          </ac:spMkLst>
        </pc:spChg>
        <pc:spChg chg="mod">
          <ac:chgData name="GONZALO ANDRES SCOLARI OLIVARES" userId="dd02ed4c-31fa-4754-8c45-2b01c9c9f6c0" providerId="ADAL" clId="{2110AD0E-B50B-4582-9567-C39D0D94ABE8}" dt="2025-11-17T12:16:53.295" v="1895"/>
          <ac:spMkLst>
            <pc:docMk/>
            <pc:sldMk cId="2975032057" sldId="378"/>
            <ac:spMk id="225" creationId="{1B1E6BBF-A135-CF2F-B8DC-23BB717AD412}"/>
          </ac:spMkLst>
        </pc:spChg>
        <pc:spChg chg="mod">
          <ac:chgData name="GONZALO ANDRES SCOLARI OLIVARES" userId="dd02ed4c-31fa-4754-8c45-2b01c9c9f6c0" providerId="ADAL" clId="{2110AD0E-B50B-4582-9567-C39D0D94ABE8}" dt="2025-11-09T22:28:32.064" v="720" actId="164"/>
          <ac:spMkLst>
            <pc:docMk/>
            <pc:sldMk cId="2975032057" sldId="378"/>
            <ac:spMk id="226" creationId="{9BAF1338-CEAF-FBA8-6CD8-3DB8FF2928A7}"/>
          </ac:spMkLst>
        </pc:spChg>
        <pc:spChg chg="mod">
          <ac:chgData name="GONZALO ANDRES SCOLARI OLIVARES" userId="dd02ed4c-31fa-4754-8c45-2b01c9c9f6c0" providerId="ADAL" clId="{2110AD0E-B50B-4582-9567-C39D0D94ABE8}" dt="2025-11-09T22:28:45.805" v="727" actId="164"/>
          <ac:spMkLst>
            <pc:docMk/>
            <pc:sldMk cId="2975032057" sldId="378"/>
            <ac:spMk id="227" creationId="{99B5E20C-B51F-B83D-6678-5C60320F363D}"/>
          </ac:spMkLst>
        </pc:spChg>
        <pc:grpChg chg="add mod">
          <ac:chgData name="GONZALO ANDRES SCOLARI OLIVARES" userId="dd02ed4c-31fa-4754-8c45-2b01c9c9f6c0" providerId="ADAL" clId="{2110AD0E-B50B-4582-9567-C39D0D94ABE8}" dt="2025-11-09T22:29:44.879" v="825" actId="164"/>
          <ac:grpSpMkLst>
            <pc:docMk/>
            <pc:sldMk cId="2975032057" sldId="378"/>
            <ac:grpSpMk id="2" creationId="{576972B9-F52A-5915-53B3-BA78ED003B2E}"/>
          </ac:grpSpMkLst>
        </pc:grpChg>
        <pc:grpChg chg="add mod">
          <ac:chgData name="GONZALO ANDRES SCOLARI OLIVARES" userId="dd02ed4c-31fa-4754-8c45-2b01c9c9f6c0" providerId="ADAL" clId="{2110AD0E-B50B-4582-9567-C39D0D94ABE8}" dt="2025-11-09T22:29:44.879" v="825" actId="164"/>
          <ac:grpSpMkLst>
            <pc:docMk/>
            <pc:sldMk cId="2975032057" sldId="378"/>
            <ac:grpSpMk id="3" creationId="{E11B71C7-522F-84D6-DC35-3F3A7FBA894B}"/>
          </ac:grpSpMkLst>
        </pc:grpChg>
        <pc:grpChg chg="add mod">
          <ac:chgData name="GONZALO ANDRES SCOLARI OLIVARES" userId="dd02ed4c-31fa-4754-8c45-2b01c9c9f6c0" providerId="ADAL" clId="{2110AD0E-B50B-4582-9567-C39D0D94ABE8}" dt="2025-11-09T22:29:44.879" v="825" actId="164"/>
          <ac:grpSpMkLst>
            <pc:docMk/>
            <pc:sldMk cId="2975032057" sldId="378"/>
            <ac:grpSpMk id="4" creationId="{C3E35254-ECB2-827A-3BD2-87DDA1F75AD2}"/>
          </ac:grpSpMkLst>
        </pc:grpChg>
        <pc:grpChg chg="add mod">
          <ac:chgData name="GONZALO ANDRES SCOLARI OLIVARES" userId="dd02ed4c-31fa-4754-8c45-2b01c9c9f6c0" providerId="ADAL" clId="{2110AD0E-B50B-4582-9567-C39D0D94ABE8}" dt="2025-11-09T22:29:44.879" v="825" actId="164"/>
          <ac:grpSpMkLst>
            <pc:docMk/>
            <pc:sldMk cId="2975032057" sldId="378"/>
            <ac:grpSpMk id="5" creationId="{08990C61-8F54-7E97-69E2-D14D810F61CC}"/>
          </ac:grpSpMkLst>
        </pc:grpChg>
        <pc:grpChg chg="add mod">
          <ac:chgData name="GONZALO ANDRES SCOLARI OLIVARES" userId="dd02ed4c-31fa-4754-8c45-2b01c9c9f6c0" providerId="ADAL" clId="{2110AD0E-B50B-4582-9567-C39D0D94ABE8}" dt="2025-11-09T22:29:48.218" v="826" actId="12788"/>
          <ac:grpSpMkLst>
            <pc:docMk/>
            <pc:sldMk cId="2975032057" sldId="378"/>
            <ac:grpSpMk id="6" creationId="{344E6B08-F86D-1647-8D09-0274CE4D0614}"/>
          </ac:grpSpMkLst>
        </pc:grpChg>
        <pc:picChg chg="add mod">
          <ac:chgData name="GONZALO ANDRES SCOLARI OLIVARES" userId="dd02ed4c-31fa-4754-8c45-2b01c9c9f6c0" providerId="ADAL" clId="{2110AD0E-B50B-4582-9567-C39D0D94ABE8}" dt="2025-11-09T22:41:41.842" v="930" actId="14100"/>
          <ac:picMkLst>
            <pc:docMk/>
            <pc:sldMk cId="2975032057" sldId="378"/>
            <ac:picMk id="8" creationId="{B3074453-DACA-4BCF-50F7-1F7382213E2D}"/>
          </ac:picMkLst>
        </pc:picChg>
        <pc:picChg chg="add mod">
          <ac:chgData name="GONZALO ANDRES SCOLARI OLIVARES" userId="dd02ed4c-31fa-4754-8c45-2b01c9c9f6c0" providerId="ADAL" clId="{2110AD0E-B50B-4582-9567-C39D0D94ABE8}" dt="2025-11-09T22:41:43.559" v="931" actId="14100"/>
          <ac:picMkLst>
            <pc:docMk/>
            <pc:sldMk cId="2975032057" sldId="378"/>
            <ac:picMk id="12" creationId="{A74E3333-3AD9-EAF8-C061-AA4C678B9FF9}"/>
          </ac:picMkLst>
        </pc:picChg>
        <pc:picChg chg="add mod">
          <ac:chgData name="GONZALO ANDRES SCOLARI OLIVARES" userId="dd02ed4c-31fa-4754-8c45-2b01c9c9f6c0" providerId="ADAL" clId="{2110AD0E-B50B-4582-9567-C39D0D94ABE8}" dt="2025-11-09T22:41:45.324" v="933" actId="14100"/>
          <ac:picMkLst>
            <pc:docMk/>
            <pc:sldMk cId="2975032057" sldId="378"/>
            <ac:picMk id="14" creationId="{10C934C1-7EFA-C3D1-AE8B-1973A4A04B86}"/>
          </ac:picMkLst>
        </pc:picChg>
        <pc:picChg chg="add mod">
          <ac:chgData name="GONZALO ANDRES SCOLARI OLIVARES" userId="dd02ed4c-31fa-4754-8c45-2b01c9c9f6c0" providerId="ADAL" clId="{2110AD0E-B50B-4582-9567-C39D0D94ABE8}" dt="2025-11-09T22:41:35.273" v="927" actId="1037"/>
          <ac:picMkLst>
            <pc:docMk/>
            <pc:sldMk cId="2975032057" sldId="378"/>
            <ac:picMk id="16" creationId="{5FD16AF6-7832-2E06-F28A-82E2F0CCAF4D}"/>
          </ac:picMkLst>
        </pc:picChg>
      </pc:sldChg>
      <pc:sldChg chg="modSp add del mod modNotesTx">
        <pc:chgData name="GONZALO ANDRES SCOLARI OLIVARES" userId="dd02ed4c-31fa-4754-8c45-2b01c9c9f6c0" providerId="ADAL" clId="{2110AD0E-B50B-4582-9567-C39D0D94ABE8}" dt="2025-11-10T21:08:16.592" v="1591" actId="20577"/>
        <pc:sldMkLst>
          <pc:docMk/>
          <pc:sldMk cId="3477686145" sldId="379"/>
        </pc:sldMkLst>
        <pc:spChg chg="mod">
          <ac:chgData name="GONZALO ANDRES SCOLARI OLIVARES" userId="dd02ed4c-31fa-4754-8c45-2b01c9c9f6c0" providerId="ADAL" clId="{2110AD0E-B50B-4582-9567-C39D0D94ABE8}" dt="2025-11-09T22:05:07.669" v="651" actId="113"/>
          <ac:spMkLst>
            <pc:docMk/>
            <pc:sldMk cId="3477686145" sldId="379"/>
            <ac:spMk id="229" creationId="{00000000-0000-0000-0000-000000000000}"/>
          </ac:spMkLst>
        </pc:spChg>
        <pc:spChg chg="mod">
          <ac:chgData name="GONZALO ANDRES SCOLARI OLIVARES" userId="dd02ed4c-31fa-4754-8c45-2b01c9c9f6c0" providerId="ADAL" clId="{2110AD0E-B50B-4582-9567-C39D0D94ABE8}" dt="2025-11-09T22:04:42.380" v="646"/>
          <ac:spMkLst>
            <pc:docMk/>
            <pc:sldMk cId="3477686145" sldId="379"/>
            <ac:spMk id="237" creationId="{00000000-0000-0000-0000-000000000000}"/>
          </ac:spMkLst>
        </pc:spChg>
        <pc:spChg chg="mod">
          <ac:chgData name="GONZALO ANDRES SCOLARI OLIVARES" userId="dd02ed4c-31fa-4754-8c45-2b01c9c9f6c0" providerId="ADAL" clId="{2110AD0E-B50B-4582-9567-C39D0D94ABE8}" dt="2025-11-09T22:09:26.949" v="661"/>
          <ac:spMkLst>
            <pc:docMk/>
            <pc:sldMk cId="3477686145" sldId="379"/>
            <ac:spMk id="238" creationId="{00000000-0000-0000-0000-000000000000}"/>
          </ac:spMkLst>
        </pc:spChg>
        <pc:spChg chg="mod">
          <ac:chgData name="GONZALO ANDRES SCOLARI OLIVARES" userId="dd02ed4c-31fa-4754-8c45-2b01c9c9f6c0" providerId="ADAL" clId="{2110AD0E-B50B-4582-9567-C39D0D94ABE8}" dt="2025-11-09T21:54:27.284" v="595"/>
          <ac:spMkLst>
            <pc:docMk/>
            <pc:sldMk cId="3477686145" sldId="379"/>
            <ac:spMk id="239" creationId="{00000000-0000-0000-0000-000000000000}"/>
          </ac:spMkLst>
        </pc:spChg>
        <pc:spChg chg="mod">
          <ac:chgData name="GONZALO ANDRES SCOLARI OLIVARES" userId="dd02ed4c-31fa-4754-8c45-2b01c9c9f6c0" providerId="ADAL" clId="{2110AD0E-B50B-4582-9567-C39D0D94ABE8}" dt="2025-11-09T21:56:35.921" v="618" actId="6549"/>
          <ac:spMkLst>
            <pc:docMk/>
            <pc:sldMk cId="3477686145" sldId="379"/>
            <ac:spMk id="240" creationId="{00000000-0000-0000-0000-000000000000}"/>
          </ac:spMkLst>
        </pc:spChg>
        <pc:spChg chg="mod">
          <ac:chgData name="GONZALO ANDRES SCOLARI OLIVARES" userId="dd02ed4c-31fa-4754-8c45-2b01c9c9f6c0" providerId="ADAL" clId="{2110AD0E-B50B-4582-9567-C39D0D94ABE8}" dt="2025-11-09T22:06:29.362" v="659"/>
          <ac:spMkLst>
            <pc:docMk/>
            <pc:sldMk cId="3477686145" sldId="379"/>
            <ac:spMk id="241" creationId="{00000000-0000-0000-0000-000000000000}"/>
          </ac:spMkLst>
        </pc:spChg>
        <pc:spChg chg="mod">
          <ac:chgData name="GONZALO ANDRES SCOLARI OLIVARES" userId="dd02ed4c-31fa-4754-8c45-2b01c9c9f6c0" providerId="ADAL" clId="{2110AD0E-B50B-4582-9567-C39D0D94ABE8}" dt="2025-11-09T22:06:10.501" v="658" actId="20577"/>
          <ac:spMkLst>
            <pc:docMk/>
            <pc:sldMk cId="3477686145" sldId="379"/>
            <ac:spMk id="242" creationId="{00000000-0000-0000-0000-000000000000}"/>
          </ac:spMkLst>
        </pc:spChg>
        <pc:spChg chg="mod">
          <ac:chgData name="GONZALO ANDRES SCOLARI OLIVARES" userId="dd02ed4c-31fa-4754-8c45-2b01c9c9f6c0" providerId="ADAL" clId="{2110AD0E-B50B-4582-9567-C39D0D94ABE8}" dt="2025-11-09T22:06:43.754" v="660"/>
          <ac:spMkLst>
            <pc:docMk/>
            <pc:sldMk cId="3477686145" sldId="379"/>
            <ac:spMk id="243" creationId="{00000000-0000-0000-0000-000000000000}"/>
          </ac:spMkLst>
        </pc:spChg>
        <pc:spChg chg="mod">
          <ac:chgData name="GONZALO ANDRES SCOLARI OLIVARES" userId="dd02ed4c-31fa-4754-8c45-2b01c9c9f6c0" providerId="ADAL" clId="{2110AD0E-B50B-4582-9567-C39D0D94ABE8}" dt="2025-11-09T21:57:47.402" v="642"/>
          <ac:spMkLst>
            <pc:docMk/>
            <pc:sldMk cId="3477686145" sldId="379"/>
            <ac:spMk id="244" creationId="{00000000-0000-0000-0000-000000000000}"/>
          </ac:spMkLst>
        </pc:spChg>
      </pc:sldChg>
      <pc:sldChg chg="addSp modSp add del mod modNotesTx">
        <pc:chgData name="GONZALO ANDRES SCOLARI OLIVARES" userId="dd02ed4c-31fa-4754-8c45-2b01c9c9f6c0" providerId="ADAL" clId="{2110AD0E-B50B-4582-9567-C39D0D94ABE8}" dt="2025-11-10T21:13:21.758" v="1624" actId="20577"/>
        <pc:sldMkLst>
          <pc:docMk/>
          <pc:sldMk cId="1585138700" sldId="381"/>
        </pc:sldMkLst>
        <pc:spChg chg="mod">
          <ac:chgData name="GONZALO ANDRES SCOLARI OLIVARES" userId="dd02ed4c-31fa-4754-8c45-2b01c9c9f6c0" providerId="ADAL" clId="{2110AD0E-B50B-4582-9567-C39D0D94ABE8}" dt="2025-11-09T22:56:10.626" v="1002" actId="164"/>
          <ac:spMkLst>
            <pc:docMk/>
            <pc:sldMk cId="1585138700" sldId="381"/>
            <ac:spMk id="212" creationId="{6C79093E-1A96-5588-E878-CEABB05F50C7}"/>
          </ac:spMkLst>
        </pc:spChg>
        <pc:spChg chg="mod">
          <ac:chgData name="GONZALO ANDRES SCOLARI OLIVARES" userId="dd02ed4c-31fa-4754-8c45-2b01c9c9f6c0" providerId="ADAL" clId="{2110AD0E-B50B-4582-9567-C39D0D94ABE8}" dt="2025-11-09T22:56:10.626" v="1002" actId="164"/>
          <ac:spMkLst>
            <pc:docMk/>
            <pc:sldMk cId="1585138700" sldId="381"/>
            <ac:spMk id="213" creationId="{4D18331D-D78B-794E-8519-A13C615E18D0}"/>
          </ac:spMkLst>
        </pc:spChg>
        <pc:spChg chg="mod">
          <ac:chgData name="GONZALO ANDRES SCOLARI OLIVARES" userId="dd02ed4c-31fa-4754-8c45-2b01c9c9f6c0" providerId="ADAL" clId="{2110AD0E-B50B-4582-9567-C39D0D94ABE8}" dt="2025-11-09T22:56:10.626" v="1002" actId="164"/>
          <ac:spMkLst>
            <pc:docMk/>
            <pc:sldMk cId="1585138700" sldId="381"/>
            <ac:spMk id="214" creationId="{22DD2A34-6136-EF5C-DD45-4F90D2E245C8}"/>
          </ac:spMkLst>
        </pc:spChg>
        <pc:spChg chg="mod">
          <ac:chgData name="GONZALO ANDRES SCOLARI OLIVARES" userId="dd02ed4c-31fa-4754-8c45-2b01c9c9f6c0" providerId="ADAL" clId="{2110AD0E-B50B-4582-9567-C39D0D94ABE8}" dt="2025-11-09T22:56:14.836" v="1003" actId="164"/>
          <ac:spMkLst>
            <pc:docMk/>
            <pc:sldMk cId="1585138700" sldId="381"/>
            <ac:spMk id="215" creationId="{77BB4F88-BED2-D86F-78A4-C01BEF65DCC3}"/>
          </ac:spMkLst>
        </pc:spChg>
        <pc:spChg chg="mod">
          <ac:chgData name="GONZALO ANDRES SCOLARI OLIVARES" userId="dd02ed4c-31fa-4754-8c45-2b01c9c9f6c0" providerId="ADAL" clId="{2110AD0E-B50B-4582-9567-C39D0D94ABE8}" dt="2025-11-09T22:56:14.836" v="1003" actId="164"/>
          <ac:spMkLst>
            <pc:docMk/>
            <pc:sldMk cId="1585138700" sldId="381"/>
            <ac:spMk id="216" creationId="{03573FC9-59E1-9261-0A9C-0B0047855FCE}"/>
          </ac:spMkLst>
        </pc:spChg>
        <pc:spChg chg="mod">
          <ac:chgData name="GONZALO ANDRES SCOLARI OLIVARES" userId="dd02ed4c-31fa-4754-8c45-2b01c9c9f6c0" providerId="ADAL" clId="{2110AD0E-B50B-4582-9567-C39D0D94ABE8}" dt="2025-11-09T22:56:14.836" v="1003" actId="164"/>
          <ac:spMkLst>
            <pc:docMk/>
            <pc:sldMk cId="1585138700" sldId="381"/>
            <ac:spMk id="217" creationId="{D5AE6DF9-095C-1661-C5A5-B98A66572D27}"/>
          </ac:spMkLst>
        </pc:spChg>
        <pc:spChg chg="mod">
          <ac:chgData name="GONZALO ANDRES SCOLARI OLIVARES" userId="dd02ed4c-31fa-4754-8c45-2b01c9c9f6c0" providerId="ADAL" clId="{2110AD0E-B50B-4582-9567-C39D0D94ABE8}" dt="2025-11-09T22:56:06.377" v="1001" actId="164"/>
          <ac:spMkLst>
            <pc:docMk/>
            <pc:sldMk cId="1585138700" sldId="381"/>
            <ac:spMk id="218" creationId="{CDDD1731-10EC-672D-D304-39BB884FFD65}"/>
          </ac:spMkLst>
        </pc:spChg>
        <pc:spChg chg="mod">
          <ac:chgData name="GONZALO ANDRES SCOLARI OLIVARES" userId="dd02ed4c-31fa-4754-8c45-2b01c9c9f6c0" providerId="ADAL" clId="{2110AD0E-B50B-4582-9567-C39D0D94ABE8}" dt="2025-11-09T22:56:06.377" v="1001" actId="164"/>
          <ac:spMkLst>
            <pc:docMk/>
            <pc:sldMk cId="1585138700" sldId="381"/>
            <ac:spMk id="219" creationId="{325F517A-5A37-B68A-2610-23241BA9CCC2}"/>
          </ac:spMkLst>
        </pc:spChg>
        <pc:spChg chg="mod">
          <ac:chgData name="GONZALO ANDRES SCOLARI OLIVARES" userId="dd02ed4c-31fa-4754-8c45-2b01c9c9f6c0" providerId="ADAL" clId="{2110AD0E-B50B-4582-9567-C39D0D94ABE8}" dt="2025-11-09T22:56:06.377" v="1001" actId="164"/>
          <ac:spMkLst>
            <pc:docMk/>
            <pc:sldMk cId="1585138700" sldId="381"/>
            <ac:spMk id="220" creationId="{581D899B-A7EB-11BB-1DF9-20AE10F2792F}"/>
          </ac:spMkLst>
        </pc:spChg>
        <pc:spChg chg="mod">
          <ac:chgData name="GONZALO ANDRES SCOLARI OLIVARES" userId="dd02ed4c-31fa-4754-8c45-2b01c9c9f6c0" providerId="ADAL" clId="{2110AD0E-B50B-4582-9567-C39D0D94ABE8}" dt="2025-11-09T23:00:59.872" v="1203" actId="20577"/>
          <ac:spMkLst>
            <pc:docMk/>
            <pc:sldMk cId="1585138700" sldId="381"/>
            <ac:spMk id="221" creationId="{A37C6838-09BB-B2E4-4EA6-554F9D1C54C4}"/>
          </ac:spMkLst>
        </pc:spChg>
        <pc:spChg chg="mod">
          <ac:chgData name="GONZALO ANDRES SCOLARI OLIVARES" userId="dd02ed4c-31fa-4754-8c45-2b01c9c9f6c0" providerId="ADAL" clId="{2110AD0E-B50B-4582-9567-C39D0D94ABE8}" dt="2025-11-09T22:56:02.108" v="1000" actId="164"/>
          <ac:spMkLst>
            <pc:docMk/>
            <pc:sldMk cId="1585138700" sldId="381"/>
            <ac:spMk id="222" creationId="{513FD6C6-F2C3-707A-42E7-FE1C4DD36ABF}"/>
          </ac:spMkLst>
        </pc:spChg>
        <pc:spChg chg="mod">
          <ac:chgData name="GONZALO ANDRES SCOLARI OLIVARES" userId="dd02ed4c-31fa-4754-8c45-2b01c9c9f6c0" providerId="ADAL" clId="{2110AD0E-B50B-4582-9567-C39D0D94ABE8}" dt="2025-11-09T22:56:02.108" v="1000" actId="164"/>
          <ac:spMkLst>
            <pc:docMk/>
            <pc:sldMk cId="1585138700" sldId="381"/>
            <ac:spMk id="223" creationId="{3E994BEE-749A-8D5A-FDCB-0252E0CB8F33}"/>
          </ac:spMkLst>
        </pc:spChg>
        <pc:spChg chg="mod">
          <ac:chgData name="GONZALO ANDRES SCOLARI OLIVARES" userId="dd02ed4c-31fa-4754-8c45-2b01c9c9f6c0" providerId="ADAL" clId="{2110AD0E-B50B-4582-9567-C39D0D94ABE8}" dt="2025-11-09T22:56:02.108" v="1000" actId="164"/>
          <ac:spMkLst>
            <pc:docMk/>
            <pc:sldMk cId="1585138700" sldId="381"/>
            <ac:spMk id="224" creationId="{BF282672-9DB6-49F1-4206-80510CC9DA49}"/>
          </ac:spMkLst>
        </pc:spChg>
        <pc:spChg chg="mod">
          <ac:chgData name="GONZALO ANDRES SCOLARI OLIVARES" userId="dd02ed4c-31fa-4754-8c45-2b01c9c9f6c0" providerId="ADAL" clId="{2110AD0E-B50B-4582-9567-C39D0D94ABE8}" dt="2025-11-09T23:00:37.646" v="1190" actId="20577"/>
          <ac:spMkLst>
            <pc:docMk/>
            <pc:sldMk cId="1585138700" sldId="381"/>
            <ac:spMk id="225" creationId="{1B1E6BBF-A135-CF2F-B8DC-23BB717AD412}"/>
          </ac:spMkLst>
        </pc:spChg>
        <pc:spChg chg="mod">
          <ac:chgData name="GONZALO ANDRES SCOLARI OLIVARES" userId="dd02ed4c-31fa-4754-8c45-2b01c9c9f6c0" providerId="ADAL" clId="{2110AD0E-B50B-4582-9567-C39D0D94ABE8}" dt="2025-11-09T23:00:07.438" v="1143" actId="6549"/>
          <ac:spMkLst>
            <pc:docMk/>
            <pc:sldMk cId="1585138700" sldId="381"/>
            <ac:spMk id="226" creationId="{9BAF1338-CEAF-FBA8-6CD8-3DB8FF2928A7}"/>
          </ac:spMkLst>
        </pc:spChg>
        <pc:spChg chg="mod">
          <ac:chgData name="GONZALO ANDRES SCOLARI OLIVARES" userId="dd02ed4c-31fa-4754-8c45-2b01c9c9f6c0" providerId="ADAL" clId="{2110AD0E-B50B-4582-9567-C39D0D94ABE8}" dt="2025-11-09T23:00:20.779" v="1176" actId="20577"/>
          <ac:spMkLst>
            <pc:docMk/>
            <pc:sldMk cId="1585138700" sldId="381"/>
            <ac:spMk id="227" creationId="{99B5E20C-B51F-B83D-6678-5C60320F363D}"/>
          </ac:spMkLst>
        </pc:spChg>
        <pc:grpChg chg="add mod">
          <ac:chgData name="GONZALO ANDRES SCOLARI OLIVARES" userId="dd02ed4c-31fa-4754-8c45-2b01c9c9f6c0" providerId="ADAL" clId="{2110AD0E-B50B-4582-9567-C39D0D94ABE8}" dt="2025-11-09T22:56:58.969" v="1126" actId="554"/>
          <ac:grpSpMkLst>
            <pc:docMk/>
            <pc:sldMk cId="1585138700" sldId="381"/>
            <ac:grpSpMk id="2" creationId="{3DB7E158-A764-6640-1967-6D81F0053A46}"/>
          </ac:grpSpMkLst>
        </pc:grpChg>
        <pc:grpChg chg="add mod">
          <ac:chgData name="GONZALO ANDRES SCOLARI OLIVARES" userId="dd02ed4c-31fa-4754-8c45-2b01c9c9f6c0" providerId="ADAL" clId="{2110AD0E-B50B-4582-9567-C39D0D94ABE8}" dt="2025-11-09T22:57:03.622" v="1127" actId="408"/>
          <ac:grpSpMkLst>
            <pc:docMk/>
            <pc:sldMk cId="1585138700" sldId="381"/>
            <ac:grpSpMk id="3" creationId="{4F80ECFB-C0F5-A4DF-235B-1CAAB8AA2F8D}"/>
          </ac:grpSpMkLst>
        </pc:grpChg>
        <pc:grpChg chg="add mod">
          <ac:chgData name="GONZALO ANDRES SCOLARI OLIVARES" userId="dd02ed4c-31fa-4754-8c45-2b01c9c9f6c0" providerId="ADAL" clId="{2110AD0E-B50B-4582-9567-C39D0D94ABE8}" dt="2025-11-09T22:57:03.622" v="1127" actId="408"/>
          <ac:grpSpMkLst>
            <pc:docMk/>
            <pc:sldMk cId="1585138700" sldId="381"/>
            <ac:grpSpMk id="4" creationId="{C02D4DF0-216E-4C5C-388D-8860C60CC631}"/>
          </ac:grpSpMkLst>
        </pc:grpChg>
        <pc:grpChg chg="add mod">
          <ac:chgData name="GONZALO ANDRES SCOLARI OLIVARES" userId="dd02ed4c-31fa-4754-8c45-2b01c9c9f6c0" providerId="ADAL" clId="{2110AD0E-B50B-4582-9567-C39D0D94ABE8}" dt="2025-11-09T22:56:58.969" v="1126" actId="554"/>
          <ac:grpSpMkLst>
            <pc:docMk/>
            <pc:sldMk cId="1585138700" sldId="381"/>
            <ac:grpSpMk id="5" creationId="{13B8E59C-0B52-372B-D664-274E7580A875}"/>
          </ac:grpSpMkLst>
        </pc:grpChg>
        <pc:picChg chg="add mod">
          <ac:chgData name="GONZALO ANDRES SCOLARI OLIVARES" userId="dd02ed4c-31fa-4754-8c45-2b01c9c9f6c0" providerId="ADAL" clId="{2110AD0E-B50B-4582-9567-C39D0D94ABE8}" dt="2025-11-09T23:00:54.961" v="1201" actId="14100"/>
          <ac:picMkLst>
            <pc:docMk/>
            <pc:sldMk cId="1585138700" sldId="381"/>
            <ac:picMk id="7" creationId="{FFB3B111-19A2-1FBE-8BA4-5FAC5FB6B40E}"/>
          </ac:picMkLst>
        </pc:picChg>
        <pc:picChg chg="add mod">
          <ac:chgData name="GONZALO ANDRES SCOLARI OLIVARES" userId="dd02ed4c-31fa-4754-8c45-2b01c9c9f6c0" providerId="ADAL" clId="{2110AD0E-B50B-4582-9567-C39D0D94ABE8}" dt="2025-11-09T23:01:43.522" v="1211" actId="14100"/>
          <ac:picMkLst>
            <pc:docMk/>
            <pc:sldMk cId="1585138700" sldId="381"/>
            <ac:picMk id="9" creationId="{B0364D2F-FFC2-F97C-0C4B-D867D1DC174F}"/>
          </ac:picMkLst>
        </pc:picChg>
        <pc:picChg chg="add mod">
          <ac:chgData name="GONZALO ANDRES SCOLARI OLIVARES" userId="dd02ed4c-31fa-4754-8c45-2b01c9c9f6c0" providerId="ADAL" clId="{2110AD0E-B50B-4582-9567-C39D0D94ABE8}" dt="2025-11-09T23:01:47.513" v="1213" actId="14100"/>
          <ac:picMkLst>
            <pc:docMk/>
            <pc:sldMk cId="1585138700" sldId="381"/>
            <ac:picMk id="11" creationId="{0E06A9F2-642E-CE5D-6FBA-ADC282776ED0}"/>
          </ac:picMkLst>
        </pc:picChg>
        <pc:picChg chg="add mod">
          <ac:chgData name="GONZALO ANDRES SCOLARI OLIVARES" userId="dd02ed4c-31fa-4754-8c45-2b01c9c9f6c0" providerId="ADAL" clId="{2110AD0E-B50B-4582-9567-C39D0D94ABE8}" dt="2025-11-09T23:01:45.308" v="1212" actId="14100"/>
          <ac:picMkLst>
            <pc:docMk/>
            <pc:sldMk cId="1585138700" sldId="381"/>
            <ac:picMk id="13" creationId="{1843C0D2-7C04-6FFE-6762-63C9C5833C9C}"/>
          </ac:picMkLst>
        </pc:picChg>
      </pc:sldChg>
      <pc:sldChg chg="addSp delSp modSp add del mod ord modNotesTx">
        <pc:chgData name="GONZALO ANDRES SCOLARI OLIVARES" userId="dd02ed4c-31fa-4754-8c45-2b01c9c9f6c0" providerId="ADAL" clId="{2110AD0E-B50B-4582-9567-C39D0D94ABE8}" dt="2025-11-17T22:44:10.272" v="2084" actId="1076"/>
        <pc:sldMkLst>
          <pc:docMk/>
          <pc:sldMk cId="797105566" sldId="382"/>
        </pc:sldMkLst>
        <pc:spChg chg="mod">
          <ac:chgData name="GONZALO ANDRES SCOLARI OLIVARES" userId="dd02ed4c-31fa-4754-8c45-2b01c9c9f6c0" providerId="ADAL" clId="{2110AD0E-B50B-4582-9567-C39D0D94ABE8}" dt="2025-11-10T12:15:52.392" v="1558" actId="20577"/>
          <ac:spMkLst>
            <pc:docMk/>
            <pc:sldMk cId="797105566" sldId="382"/>
            <ac:spMk id="195" creationId="{07C005B7-226F-B1F4-3A80-C488AF5952BA}"/>
          </ac:spMkLst>
        </pc:spChg>
        <pc:spChg chg="del">
          <ac:chgData name="GONZALO ANDRES SCOLARI OLIVARES" userId="dd02ed4c-31fa-4754-8c45-2b01c9c9f6c0" providerId="ADAL" clId="{2110AD0E-B50B-4582-9567-C39D0D94ABE8}" dt="2025-11-17T12:37:44.816" v="1899" actId="478"/>
          <ac:spMkLst>
            <pc:docMk/>
            <pc:sldMk cId="797105566" sldId="382"/>
            <ac:spMk id="196" creationId="{7D28CF11-6A97-D4BF-DD89-D70326A62360}"/>
          </ac:spMkLst>
        </pc:spChg>
        <pc:picChg chg="add mod">
          <ac:chgData name="GONZALO ANDRES SCOLARI OLIVARES" userId="dd02ed4c-31fa-4754-8c45-2b01c9c9f6c0" providerId="ADAL" clId="{2110AD0E-B50B-4582-9567-C39D0D94ABE8}" dt="2025-11-17T22:44:10.272" v="2084" actId="1076"/>
          <ac:picMkLst>
            <pc:docMk/>
            <pc:sldMk cId="797105566" sldId="382"/>
            <ac:picMk id="2" creationId="{5C70B9F5-62D7-BB34-CB55-0187EE91310E}"/>
          </ac:picMkLst>
        </pc:picChg>
      </pc:sldChg>
      <pc:sldChg chg="addSp delSp modSp add mod">
        <pc:chgData name="GONZALO ANDRES SCOLARI OLIVARES" userId="dd02ed4c-31fa-4754-8c45-2b01c9c9f6c0" providerId="ADAL" clId="{2110AD0E-B50B-4582-9567-C39D0D94ABE8}" dt="2025-11-17T02:39:25.814" v="1791" actId="478"/>
        <pc:sldMkLst>
          <pc:docMk/>
          <pc:sldMk cId="3567372960" sldId="383"/>
        </pc:sldMkLst>
        <pc:spChg chg="add mod">
          <ac:chgData name="GONZALO ANDRES SCOLARI OLIVARES" userId="dd02ed4c-31fa-4754-8c45-2b01c9c9f6c0" providerId="ADAL" clId="{2110AD0E-B50B-4582-9567-C39D0D94ABE8}" dt="2025-11-17T02:37:01.169" v="1782" actId="164"/>
          <ac:spMkLst>
            <pc:docMk/>
            <pc:sldMk cId="3567372960" sldId="383"/>
            <ac:spMk id="4" creationId="{C30C1734-0F5A-36AD-6210-77EAF50106D1}"/>
          </ac:spMkLst>
        </pc:spChg>
        <pc:spChg chg="mod">
          <ac:chgData name="GONZALO ANDRES SCOLARI OLIVARES" userId="dd02ed4c-31fa-4754-8c45-2b01c9c9f6c0" providerId="ADAL" clId="{2110AD0E-B50B-4582-9567-C39D0D94ABE8}" dt="2025-11-17T02:36:29.045" v="1771"/>
          <ac:spMkLst>
            <pc:docMk/>
            <pc:sldMk cId="3567372960" sldId="383"/>
            <ac:spMk id="211" creationId="{395768FB-086F-9FA0-9098-5931264EDB97}"/>
          </ac:spMkLst>
        </pc:spChg>
        <pc:grpChg chg="add del mod">
          <ac:chgData name="GONZALO ANDRES SCOLARI OLIVARES" userId="dd02ed4c-31fa-4754-8c45-2b01c9c9f6c0" providerId="ADAL" clId="{2110AD0E-B50B-4582-9567-C39D0D94ABE8}" dt="2025-11-17T02:39:25.814" v="1791" actId="478"/>
          <ac:grpSpMkLst>
            <pc:docMk/>
            <pc:sldMk cId="3567372960" sldId="383"/>
            <ac:grpSpMk id="5" creationId="{7AB64A7B-78B1-82CD-087A-3C6FA208A075}"/>
          </ac:grpSpMkLst>
        </pc:grpChg>
        <pc:picChg chg="add mod">
          <ac:chgData name="GONZALO ANDRES SCOLARI OLIVARES" userId="dd02ed4c-31fa-4754-8c45-2b01c9c9f6c0" providerId="ADAL" clId="{2110AD0E-B50B-4582-9567-C39D0D94ABE8}" dt="2025-11-17T02:37:01.169" v="1782" actId="164"/>
          <ac:picMkLst>
            <pc:docMk/>
            <pc:sldMk cId="3567372960" sldId="383"/>
            <ac:picMk id="2" creationId="{CBCB49B2-091D-EB80-AEB3-4888C5EFA3B2}"/>
          </ac:picMkLst>
        </pc:picChg>
        <pc:picChg chg="del">
          <ac:chgData name="GONZALO ANDRES SCOLARI OLIVARES" userId="dd02ed4c-31fa-4754-8c45-2b01c9c9f6c0" providerId="ADAL" clId="{2110AD0E-B50B-4582-9567-C39D0D94ABE8}" dt="2025-11-17T02:36:34.104" v="1772" actId="478"/>
          <ac:picMkLst>
            <pc:docMk/>
            <pc:sldMk cId="3567372960" sldId="383"/>
            <ac:picMk id="3" creationId="{DADCD095-D582-BE26-6139-22E4F67FE593}"/>
          </ac:picMkLst>
        </pc:picChg>
      </pc:sldChg>
      <pc:sldChg chg="addSp delSp modSp add mod">
        <pc:chgData name="GONZALO ANDRES SCOLARI OLIVARES" userId="dd02ed4c-31fa-4754-8c45-2b01c9c9f6c0" providerId="ADAL" clId="{2110AD0E-B50B-4582-9567-C39D0D94ABE8}" dt="2025-11-17T02:39:27.414" v="1792" actId="478"/>
        <pc:sldMkLst>
          <pc:docMk/>
          <pc:sldMk cId="2984515824" sldId="384"/>
        </pc:sldMkLst>
        <pc:spChg chg="mod">
          <ac:chgData name="GONZALO ANDRES SCOLARI OLIVARES" userId="dd02ed4c-31fa-4754-8c45-2b01c9c9f6c0" providerId="ADAL" clId="{2110AD0E-B50B-4582-9567-C39D0D94ABE8}" dt="2025-11-17T02:37:15.068" v="1783"/>
          <ac:spMkLst>
            <pc:docMk/>
            <pc:sldMk cId="2984515824" sldId="384"/>
            <ac:spMk id="211" creationId="{994F228D-4777-3EA1-C701-CA2D8C6B3883}"/>
          </ac:spMkLst>
        </pc:spChg>
        <pc:picChg chg="add del mod">
          <ac:chgData name="GONZALO ANDRES SCOLARI OLIVARES" userId="dd02ed4c-31fa-4754-8c45-2b01c9c9f6c0" providerId="ADAL" clId="{2110AD0E-B50B-4582-9567-C39D0D94ABE8}" dt="2025-11-17T02:39:27.414" v="1792" actId="478"/>
          <ac:picMkLst>
            <pc:docMk/>
            <pc:sldMk cId="2984515824" sldId="384"/>
            <ac:picMk id="2" creationId="{15A1687C-DFCB-D00C-A669-D99C62F7BD60}"/>
          </ac:picMkLst>
        </pc:picChg>
        <pc:picChg chg="del">
          <ac:chgData name="GONZALO ANDRES SCOLARI OLIVARES" userId="dd02ed4c-31fa-4754-8c45-2b01c9c9f6c0" providerId="ADAL" clId="{2110AD0E-B50B-4582-9567-C39D0D94ABE8}" dt="2025-11-17T02:37:16.524" v="1784" actId="478"/>
          <ac:picMkLst>
            <pc:docMk/>
            <pc:sldMk cId="2984515824" sldId="384"/>
            <ac:picMk id="3" creationId="{DAE4E157-3694-9E28-B54A-22D6211559BF}"/>
          </ac:picMkLst>
        </pc:picChg>
      </pc:sldChg>
      <pc:sldChg chg="addSp delSp modSp add mod">
        <pc:chgData name="GONZALO ANDRES SCOLARI OLIVARES" userId="dd02ed4c-31fa-4754-8c45-2b01c9c9f6c0" providerId="ADAL" clId="{2110AD0E-B50B-4582-9567-C39D0D94ABE8}" dt="2025-11-17T02:40:32.548" v="1811" actId="1076"/>
        <pc:sldMkLst>
          <pc:docMk/>
          <pc:sldMk cId="824200917" sldId="385"/>
        </pc:sldMkLst>
        <pc:spChg chg="mod">
          <ac:chgData name="GONZALO ANDRES SCOLARI OLIVARES" userId="dd02ed4c-31fa-4754-8c45-2b01c9c9f6c0" providerId="ADAL" clId="{2110AD0E-B50B-4582-9567-C39D0D94ABE8}" dt="2025-11-17T02:40:23.358" v="1808"/>
          <ac:spMkLst>
            <pc:docMk/>
            <pc:sldMk cId="824200917" sldId="385"/>
            <ac:spMk id="211" creationId="{FA33E1F4-654F-9581-00B6-A1BC773B4A25}"/>
          </ac:spMkLst>
        </pc:spChg>
        <pc:picChg chg="add del">
          <ac:chgData name="GONZALO ANDRES SCOLARI OLIVARES" userId="dd02ed4c-31fa-4754-8c45-2b01c9c9f6c0" providerId="ADAL" clId="{2110AD0E-B50B-4582-9567-C39D0D94ABE8}" dt="2025-11-17T02:39:49.347" v="1800" actId="478"/>
          <ac:picMkLst>
            <pc:docMk/>
            <pc:sldMk cId="824200917" sldId="385"/>
            <ac:picMk id="2" creationId="{8F1E9B0D-11DD-2205-1FF3-89C4C5167BDE}"/>
          </ac:picMkLst>
        </pc:picChg>
        <pc:picChg chg="add mod">
          <ac:chgData name="GONZALO ANDRES SCOLARI OLIVARES" userId="dd02ed4c-31fa-4754-8c45-2b01c9c9f6c0" providerId="ADAL" clId="{2110AD0E-B50B-4582-9567-C39D0D94ABE8}" dt="2025-11-17T02:40:32.548" v="1811" actId="1076"/>
          <ac:picMkLst>
            <pc:docMk/>
            <pc:sldMk cId="824200917" sldId="385"/>
            <ac:picMk id="3" creationId="{E7DC7BB0-F557-79BE-84FE-8EA1D4E0B5AE}"/>
          </ac:picMkLst>
        </pc:picChg>
      </pc:sldChg>
      <pc:sldChg chg="addSp delSp modSp add del mod">
        <pc:chgData name="GONZALO ANDRES SCOLARI OLIVARES" userId="dd02ed4c-31fa-4754-8c45-2b01c9c9f6c0" providerId="ADAL" clId="{2110AD0E-B50B-4582-9567-C39D0D94ABE8}" dt="2025-11-17T02:41:09.654" v="1815" actId="1076"/>
        <pc:sldMkLst>
          <pc:docMk/>
          <pc:sldMk cId="3428834156" sldId="386"/>
        </pc:sldMkLst>
        <pc:spChg chg="mod">
          <ac:chgData name="GONZALO ANDRES SCOLARI OLIVARES" userId="dd02ed4c-31fa-4754-8c45-2b01c9c9f6c0" providerId="ADAL" clId="{2110AD0E-B50B-4582-9567-C39D0D94ABE8}" dt="2025-11-17T02:41:00.290" v="1812"/>
          <ac:spMkLst>
            <pc:docMk/>
            <pc:sldMk cId="3428834156" sldId="386"/>
            <ac:spMk id="211" creationId="{7A0A1CBE-F40A-B46E-180E-F65FE3655884}"/>
          </ac:spMkLst>
        </pc:spChg>
        <pc:picChg chg="del">
          <ac:chgData name="GONZALO ANDRES SCOLARI OLIVARES" userId="dd02ed4c-31fa-4754-8c45-2b01c9c9f6c0" providerId="ADAL" clId="{2110AD0E-B50B-4582-9567-C39D0D94ABE8}" dt="2025-11-17T02:39:51.783" v="1801" actId="478"/>
          <ac:picMkLst>
            <pc:docMk/>
            <pc:sldMk cId="3428834156" sldId="386"/>
            <ac:picMk id="2" creationId="{830B2A47-F5A6-9478-376C-3E61AAB95790}"/>
          </ac:picMkLst>
        </pc:picChg>
        <pc:picChg chg="add mod">
          <ac:chgData name="GONZALO ANDRES SCOLARI OLIVARES" userId="dd02ed4c-31fa-4754-8c45-2b01c9c9f6c0" providerId="ADAL" clId="{2110AD0E-B50B-4582-9567-C39D0D94ABE8}" dt="2025-11-17T02:41:09.654" v="1815" actId="1076"/>
          <ac:picMkLst>
            <pc:docMk/>
            <pc:sldMk cId="3428834156" sldId="386"/>
            <ac:picMk id="3" creationId="{92CE6213-F8A0-825D-CD5A-A12FBE3D4AAC}"/>
          </ac:picMkLst>
        </pc:picChg>
      </pc:sldChg>
      <pc:sldChg chg="addSp delSp modSp add del mod">
        <pc:chgData name="GONZALO ANDRES SCOLARI OLIVARES" userId="dd02ed4c-31fa-4754-8c45-2b01c9c9f6c0" providerId="ADAL" clId="{2110AD0E-B50B-4582-9567-C39D0D94ABE8}" dt="2025-11-17T02:41:26.781" v="1819" actId="1076"/>
        <pc:sldMkLst>
          <pc:docMk/>
          <pc:sldMk cId="16700527" sldId="387"/>
        </pc:sldMkLst>
        <pc:spChg chg="mod">
          <ac:chgData name="GONZALO ANDRES SCOLARI OLIVARES" userId="dd02ed4c-31fa-4754-8c45-2b01c9c9f6c0" providerId="ADAL" clId="{2110AD0E-B50B-4582-9567-C39D0D94ABE8}" dt="2025-11-17T02:41:18.329" v="1816"/>
          <ac:spMkLst>
            <pc:docMk/>
            <pc:sldMk cId="16700527" sldId="387"/>
            <ac:spMk id="211" creationId="{A9C77013-3097-B447-9809-E3DA95B92233}"/>
          </ac:spMkLst>
        </pc:spChg>
        <pc:picChg chg="del">
          <ac:chgData name="GONZALO ANDRES SCOLARI OLIVARES" userId="dd02ed4c-31fa-4754-8c45-2b01c9c9f6c0" providerId="ADAL" clId="{2110AD0E-B50B-4582-9567-C39D0D94ABE8}" dt="2025-11-17T02:39:53.131" v="1802" actId="478"/>
          <ac:picMkLst>
            <pc:docMk/>
            <pc:sldMk cId="16700527" sldId="387"/>
            <ac:picMk id="2" creationId="{5C28BA00-728E-CE4F-E0A9-DB215457BCB8}"/>
          </ac:picMkLst>
        </pc:picChg>
        <pc:picChg chg="add mod">
          <ac:chgData name="GONZALO ANDRES SCOLARI OLIVARES" userId="dd02ed4c-31fa-4754-8c45-2b01c9c9f6c0" providerId="ADAL" clId="{2110AD0E-B50B-4582-9567-C39D0D94ABE8}" dt="2025-11-17T02:41:26.781" v="1819" actId="1076"/>
          <ac:picMkLst>
            <pc:docMk/>
            <pc:sldMk cId="16700527" sldId="387"/>
            <ac:picMk id="3" creationId="{665BB4CF-127D-AD7C-573F-4ECEF4BC6065}"/>
          </ac:picMkLst>
        </pc:picChg>
      </pc:sldChg>
      <pc:sldChg chg="addSp delSp modSp add mod">
        <pc:chgData name="GONZALO ANDRES SCOLARI OLIVARES" userId="dd02ed4c-31fa-4754-8c45-2b01c9c9f6c0" providerId="ADAL" clId="{2110AD0E-B50B-4582-9567-C39D0D94ABE8}" dt="2025-11-17T02:41:49.432" v="1825" actId="1076"/>
        <pc:sldMkLst>
          <pc:docMk/>
          <pc:sldMk cId="3665389933" sldId="388"/>
        </pc:sldMkLst>
        <pc:spChg chg="mod">
          <ac:chgData name="GONZALO ANDRES SCOLARI OLIVARES" userId="dd02ed4c-31fa-4754-8c45-2b01c9c9f6c0" providerId="ADAL" clId="{2110AD0E-B50B-4582-9567-C39D0D94ABE8}" dt="2025-11-17T02:41:34.970" v="1820"/>
          <ac:spMkLst>
            <pc:docMk/>
            <pc:sldMk cId="3665389933" sldId="388"/>
            <ac:spMk id="211" creationId="{90E7FB25-BBDE-F415-A904-C5E0A929F3E0}"/>
          </ac:spMkLst>
        </pc:spChg>
        <pc:picChg chg="del">
          <ac:chgData name="GONZALO ANDRES SCOLARI OLIVARES" userId="dd02ed4c-31fa-4754-8c45-2b01c9c9f6c0" providerId="ADAL" clId="{2110AD0E-B50B-4582-9567-C39D0D94ABE8}" dt="2025-11-17T02:39:55.568" v="1803" actId="478"/>
          <ac:picMkLst>
            <pc:docMk/>
            <pc:sldMk cId="3665389933" sldId="388"/>
            <ac:picMk id="2" creationId="{B77A5D83-1841-5166-B37D-5B3FA782491E}"/>
          </ac:picMkLst>
        </pc:picChg>
        <pc:picChg chg="add mod">
          <ac:chgData name="GONZALO ANDRES SCOLARI OLIVARES" userId="dd02ed4c-31fa-4754-8c45-2b01c9c9f6c0" providerId="ADAL" clId="{2110AD0E-B50B-4582-9567-C39D0D94ABE8}" dt="2025-11-17T02:41:49.432" v="1825" actId="1076"/>
          <ac:picMkLst>
            <pc:docMk/>
            <pc:sldMk cId="3665389933" sldId="388"/>
            <ac:picMk id="3" creationId="{DAB17AB1-F85A-1FAD-2D11-B73C4F1F07D0}"/>
          </ac:picMkLst>
        </pc:picChg>
      </pc:sldChg>
      <pc:sldChg chg="addSp delSp modSp add mod ord">
        <pc:chgData name="GONZALO ANDRES SCOLARI OLIVARES" userId="dd02ed4c-31fa-4754-8c45-2b01c9c9f6c0" providerId="ADAL" clId="{2110AD0E-B50B-4582-9567-C39D0D94ABE8}" dt="2025-11-17T14:26:49.133" v="2045"/>
        <pc:sldMkLst>
          <pc:docMk/>
          <pc:sldMk cId="1446926459" sldId="389"/>
        </pc:sldMkLst>
        <pc:spChg chg="mod">
          <ac:chgData name="GONZALO ANDRES SCOLARI OLIVARES" userId="dd02ed4c-31fa-4754-8c45-2b01c9c9f6c0" providerId="ADAL" clId="{2110AD0E-B50B-4582-9567-C39D0D94ABE8}" dt="2025-11-17T14:26:49.133" v="2045"/>
          <ac:spMkLst>
            <pc:docMk/>
            <pc:sldMk cId="1446926459" sldId="389"/>
            <ac:spMk id="211" creationId="{4C3D00F8-B541-420E-DB17-E68FBC07C0B4}"/>
          </ac:spMkLst>
        </pc:spChg>
        <pc:picChg chg="add del mod">
          <ac:chgData name="GONZALO ANDRES SCOLARI OLIVARES" userId="dd02ed4c-31fa-4754-8c45-2b01c9c9f6c0" providerId="ADAL" clId="{2110AD0E-B50B-4582-9567-C39D0D94ABE8}" dt="2025-11-17T14:24:38.925" v="2039" actId="478"/>
          <ac:picMkLst>
            <pc:docMk/>
            <pc:sldMk cId="1446926459" sldId="389"/>
            <ac:picMk id="3" creationId="{0745104F-44EC-A5B5-9DCC-D81561DA3632}"/>
          </ac:picMkLst>
        </pc:picChg>
        <pc:picChg chg="del">
          <ac:chgData name="GONZALO ANDRES SCOLARI OLIVARES" userId="dd02ed4c-31fa-4754-8c45-2b01c9c9f6c0" providerId="ADAL" clId="{2110AD0E-B50B-4582-9567-C39D0D94ABE8}" dt="2025-11-17T14:23:44.931" v="2032" actId="478"/>
          <ac:picMkLst>
            <pc:docMk/>
            <pc:sldMk cId="1446926459" sldId="389"/>
            <ac:picMk id="4" creationId="{E2090A80-01DD-9D2D-9B6B-1E784200A215}"/>
          </ac:picMkLst>
        </pc:picChg>
        <pc:picChg chg="add mod">
          <ac:chgData name="GONZALO ANDRES SCOLARI OLIVARES" userId="dd02ed4c-31fa-4754-8c45-2b01c9c9f6c0" providerId="ADAL" clId="{2110AD0E-B50B-4582-9567-C39D0D94ABE8}" dt="2025-11-17T14:25:14.910" v="2044" actId="1076"/>
          <ac:picMkLst>
            <pc:docMk/>
            <pc:sldMk cId="1446926459" sldId="389"/>
            <ac:picMk id="6" creationId="{60B32B73-112B-2802-90F1-73AB57BE13FC}"/>
          </ac:picMkLst>
        </pc:picChg>
      </pc:sldChg>
    </pc:docChg>
  </pc:docChgLst>
  <pc:docChgLst>
    <pc:chgData name="XAVIER ANDRES BARRERA PERETTI" userId="e7dc7c85-5496-469e-ac6b-c45e165bd162" providerId="ADAL" clId="{2B5EF170-D669-49E0-A89E-4537683DBE24}"/>
    <pc:docChg chg="modSld">
      <pc:chgData name="XAVIER ANDRES BARRERA PERETTI" userId="e7dc7c85-5496-469e-ac6b-c45e165bd162" providerId="ADAL" clId="{2B5EF170-D669-49E0-A89E-4537683DBE24}" dt="2025-11-17T21:23:00.209" v="138" actId="20577"/>
      <pc:docMkLst>
        <pc:docMk/>
      </pc:docMkLst>
      <pc:sldChg chg="modSp mod">
        <pc:chgData name="XAVIER ANDRES BARRERA PERETTI" userId="e7dc7c85-5496-469e-ac6b-c45e165bd162" providerId="ADAL" clId="{2B5EF170-D669-49E0-A89E-4537683DBE24}" dt="2025-11-17T21:19:54.687" v="136" actId="20577"/>
        <pc:sldMkLst>
          <pc:docMk/>
          <pc:sldMk cId="2833329463" sldId="346"/>
        </pc:sldMkLst>
        <pc:spChg chg="mod">
          <ac:chgData name="XAVIER ANDRES BARRERA PERETTI" userId="e7dc7c85-5496-469e-ac6b-c45e165bd162" providerId="ADAL" clId="{2B5EF170-D669-49E0-A89E-4537683DBE24}" dt="2025-11-17T21:19:54.687" v="136" actId="20577"/>
          <ac:spMkLst>
            <pc:docMk/>
            <pc:sldMk cId="2833329463" sldId="346"/>
            <ac:spMk id="200" creationId="{00000000-0000-0000-0000-000000000000}"/>
          </ac:spMkLst>
        </pc:spChg>
      </pc:sldChg>
      <pc:sldChg chg="addSp modSp mod">
        <pc:chgData name="XAVIER ANDRES BARRERA PERETTI" userId="e7dc7c85-5496-469e-ac6b-c45e165bd162" providerId="ADAL" clId="{2B5EF170-D669-49E0-A89E-4537683DBE24}" dt="2025-11-17T13:56:51.729" v="3" actId="1076"/>
        <pc:sldMkLst>
          <pc:docMk/>
          <pc:sldMk cId="348200467" sldId="368"/>
        </pc:sldMkLst>
        <pc:picChg chg="add mod">
          <ac:chgData name="XAVIER ANDRES BARRERA PERETTI" userId="e7dc7c85-5496-469e-ac6b-c45e165bd162" providerId="ADAL" clId="{2B5EF170-D669-49E0-A89E-4537683DBE24}" dt="2025-11-17T13:56:51.729" v="3" actId="1076"/>
          <ac:picMkLst>
            <pc:docMk/>
            <pc:sldMk cId="348200467" sldId="368"/>
            <ac:picMk id="3" creationId="{575D279F-08E0-1186-6993-EADCDE9D8A16}"/>
          </ac:picMkLst>
        </pc:picChg>
      </pc:sldChg>
      <pc:sldChg chg="modNotesTx">
        <pc:chgData name="XAVIER ANDRES BARRERA PERETTI" userId="e7dc7c85-5496-469e-ac6b-c45e165bd162" providerId="ADAL" clId="{2B5EF170-D669-49E0-A89E-4537683DBE24}" dt="2025-11-17T20:56:15.604" v="16" actId="20577"/>
        <pc:sldMkLst>
          <pc:docMk/>
          <pc:sldMk cId="2293677669" sldId="370"/>
        </pc:sldMkLst>
      </pc:sldChg>
      <pc:sldChg chg="addSp modSp mod">
        <pc:chgData name="XAVIER ANDRES BARRERA PERETTI" userId="e7dc7c85-5496-469e-ac6b-c45e165bd162" providerId="ADAL" clId="{2B5EF170-D669-49E0-A89E-4537683DBE24}" dt="2025-11-17T14:21:24.251" v="14" actId="1076"/>
        <pc:sldMkLst>
          <pc:docMk/>
          <pc:sldMk cId="12173027" sldId="374"/>
        </pc:sldMkLst>
        <pc:picChg chg="add mod">
          <ac:chgData name="XAVIER ANDRES BARRERA PERETTI" userId="e7dc7c85-5496-469e-ac6b-c45e165bd162" providerId="ADAL" clId="{2B5EF170-D669-49E0-A89E-4537683DBE24}" dt="2025-11-17T14:21:24.251" v="14" actId="1076"/>
          <ac:picMkLst>
            <pc:docMk/>
            <pc:sldMk cId="12173027" sldId="374"/>
            <ac:picMk id="4" creationId="{D2C536A0-27B0-A409-0EE1-B6F4698067B5}"/>
          </ac:picMkLst>
        </pc:picChg>
      </pc:sldChg>
      <pc:sldChg chg="modSp mod">
        <pc:chgData name="XAVIER ANDRES BARRERA PERETTI" userId="e7dc7c85-5496-469e-ac6b-c45e165bd162" providerId="ADAL" clId="{2B5EF170-D669-49E0-A89E-4537683DBE24}" dt="2025-11-17T21:23:00.209" v="138" actId="20577"/>
        <pc:sldMkLst>
          <pc:docMk/>
          <pc:sldMk cId="2418196585" sldId="375"/>
        </pc:sldMkLst>
        <pc:spChg chg="mod">
          <ac:chgData name="XAVIER ANDRES BARRERA PERETTI" userId="e7dc7c85-5496-469e-ac6b-c45e165bd162" providerId="ADAL" clId="{2B5EF170-D669-49E0-A89E-4537683DBE24}" dt="2025-11-17T21:23:00.209" v="138" actId="20577"/>
          <ac:spMkLst>
            <pc:docMk/>
            <pc:sldMk cId="2418196585" sldId="375"/>
            <ac:spMk id="222" creationId="{4BFA6986-74B9-D44C-5188-8DB7975089BE}"/>
          </ac:spMkLst>
        </pc:spChg>
      </pc:sldChg>
      <pc:sldChg chg="addSp modSp mod">
        <pc:chgData name="XAVIER ANDRES BARRERA PERETTI" userId="e7dc7c85-5496-469e-ac6b-c45e165bd162" providerId="ADAL" clId="{2B5EF170-D669-49E0-A89E-4537683DBE24}" dt="2025-11-17T13:58:03.063" v="8" actId="1076"/>
        <pc:sldMkLst>
          <pc:docMk/>
          <pc:sldMk cId="3567372960" sldId="383"/>
        </pc:sldMkLst>
        <pc:picChg chg="add mod">
          <ac:chgData name="XAVIER ANDRES BARRERA PERETTI" userId="e7dc7c85-5496-469e-ac6b-c45e165bd162" providerId="ADAL" clId="{2B5EF170-D669-49E0-A89E-4537683DBE24}" dt="2025-11-17T13:58:03.063" v="8" actId="1076"/>
          <ac:picMkLst>
            <pc:docMk/>
            <pc:sldMk cId="3567372960" sldId="383"/>
            <ac:picMk id="3" creationId="{774911E6-5914-BAA3-6173-589DD33957BA}"/>
          </ac:picMkLst>
        </pc:picChg>
      </pc:sldChg>
      <pc:sldChg chg="addSp modSp mod">
        <pc:chgData name="XAVIER ANDRES BARRERA PERETTI" userId="e7dc7c85-5496-469e-ac6b-c45e165bd162" providerId="ADAL" clId="{2B5EF170-D669-49E0-A89E-4537683DBE24}" dt="2025-11-17T13:59:20.022" v="11" actId="1076"/>
        <pc:sldMkLst>
          <pc:docMk/>
          <pc:sldMk cId="2984515824" sldId="384"/>
        </pc:sldMkLst>
        <pc:picChg chg="add mod">
          <ac:chgData name="XAVIER ANDRES BARRERA PERETTI" userId="e7dc7c85-5496-469e-ac6b-c45e165bd162" providerId="ADAL" clId="{2B5EF170-D669-49E0-A89E-4537683DBE24}" dt="2025-11-17T13:59:20.022" v="11" actId="1076"/>
          <ac:picMkLst>
            <pc:docMk/>
            <pc:sldMk cId="2984515824" sldId="384"/>
            <ac:picMk id="3" creationId="{95697DDB-AA17-6235-DF34-0549B53D83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7" name="Shape 147"/>
          <p:cNvSpPr>
            <a:spLocks noGrp="1" noRot="1" noChangeAspect="1"/>
          </p:cNvSpPr>
          <p:nvPr>
            <p:ph type="sldImg"/>
          </p:nvPr>
        </p:nvSpPr>
        <p:spPr>
          <a:xfrm>
            <a:off x="1143000" y="685800"/>
            <a:ext cx="4572000" cy="3429000"/>
          </a:xfrm>
          <a:prstGeom prst="rect">
            <a:avLst/>
          </a:prstGeom>
        </p:spPr>
        <p:txBody>
          <a:bodyPr/>
          <a:lstStyle/>
          <a:p>
            <a:endParaRPr/>
          </a:p>
        </p:txBody>
      </p:sp>
      <p:sp>
        <p:nvSpPr>
          <p:cNvPr id="148" name="Shape 1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828800" latinLnBrk="0">
      <a:defRPr sz="2400">
        <a:latin typeface="+mn-lt"/>
        <a:ea typeface="+mn-ea"/>
        <a:cs typeface="+mn-cs"/>
        <a:sym typeface="Open Sans"/>
      </a:defRPr>
    </a:lvl1pPr>
    <a:lvl2pPr indent="228600" defTabSz="1828800" latinLnBrk="0">
      <a:defRPr sz="2400">
        <a:latin typeface="+mn-lt"/>
        <a:ea typeface="+mn-ea"/>
        <a:cs typeface="+mn-cs"/>
        <a:sym typeface="Open Sans"/>
      </a:defRPr>
    </a:lvl2pPr>
    <a:lvl3pPr indent="457200" defTabSz="1828800" latinLnBrk="0">
      <a:defRPr sz="2400">
        <a:latin typeface="+mn-lt"/>
        <a:ea typeface="+mn-ea"/>
        <a:cs typeface="+mn-cs"/>
        <a:sym typeface="Open Sans"/>
      </a:defRPr>
    </a:lvl3pPr>
    <a:lvl4pPr indent="685800" defTabSz="1828800" latinLnBrk="0">
      <a:defRPr sz="2400">
        <a:latin typeface="+mn-lt"/>
        <a:ea typeface="+mn-ea"/>
        <a:cs typeface="+mn-cs"/>
        <a:sym typeface="Open Sans"/>
      </a:defRPr>
    </a:lvl4pPr>
    <a:lvl5pPr indent="914400" defTabSz="1828800" latinLnBrk="0">
      <a:defRPr sz="2400">
        <a:latin typeface="+mn-lt"/>
        <a:ea typeface="+mn-ea"/>
        <a:cs typeface="+mn-cs"/>
        <a:sym typeface="Open Sans"/>
      </a:defRPr>
    </a:lvl5pPr>
    <a:lvl6pPr indent="1143000" defTabSz="1828800" latinLnBrk="0">
      <a:defRPr sz="2400">
        <a:latin typeface="+mn-lt"/>
        <a:ea typeface="+mn-ea"/>
        <a:cs typeface="+mn-cs"/>
        <a:sym typeface="Open Sans"/>
      </a:defRPr>
    </a:lvl6pPr>
    <a:lvl7pPr indent="1371600" defTabSz="1828800" latinLnBrk="0">
      <a:defRPr sz="2400">
        <a:latin typeface="+mn-lt"/>
        <a:ea typeface="+mn-ea"/>
        <a:cs typeface="+mn-cs"/>
        <a:sym typeface="Open Sans"/>
      </a:defRPr>
    </a:lvl7pPr>
    <a:lvl8pPr indent="1600200" defTabSz="1828800" latinLnBrk="0">
      <a:defRPr sz="2400">
        <a:latin typeface="+mn-lt"/>
        <a:ea typeface="+mn-ea"/>
        <a:cs typeface="+mn-cs"/>
        <a:sym typeface="Open Sans"/>
      </a:defRPr>
    </a:lvl8pPr>
    <a:lvl9pPr indent="1828800" defTabSz="1828800" latinLnBrk="0">
      <a:defRPr sz="2400">
        <a:latin typeface="+mn-lt"/>
        <a:ea typeface="+mn-ea"/>
        <a:cs typeface="+mn-cs"/>
        <a:sym typeface="Open San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sz="4000" dirty="0"/>
              <a:t>Sistema de Telemetría y Automatización para Monitoreo y Control Remoto en Infraestructura de Riego</a:t>
            </a:r>
            <a:endParaRPr lang="es-CL" sz="4000" dirty="0"/>
          </a:p>
        </p:txBody>
      </p:sp>
    </p:spTree>
    <p:extLst>
      <p:ext uri="{BB962C8B-B14F-4D97-AF65-F5344CB8AC3E}">
        <p14:creationId xmlns:p14="http://schemas.microsoft.com/office/powerpoint/2010/main" val="2187490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Nuestra presentación cubrirá las secciones principales:</a:t>
            </a:r>
            <a:endParaRPr lang="es-CL" dirty="0"/>
          </a:p>
        </p:txBody>
      </p:sp>
    </p:spTree>
    <p:extLst>
      <p:ext uri="{BB962C8B-B14F-4D97-AF65-F5344CB8AC3E}">
        <p14:creationId xmlns:p14="http://schemas.microsoft.com/office/powerpoint/2010/main" val="2081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98755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0" dirty="0"/>
              <a:t>El proyecto desarrolla un </a:t>
            </a:r>
            <a:r>
              <a:rPr lang="es-ES" b="1" dirty="0"/>
              <a:t>sistema de telemetría para automatizar la gestión de recursos hídricos</a:t>
            </a:r>
            <a:r>
              <a:rPr lang="es-ES" b="0" dirty="0"/>
              <a:t> en 30 estaciones de riego distribuidas en 50 kilómetros cuadrados de canales.</a:t>
            </a:r>
            <a:r>
              <a:rPr lang="es-ES" b="1" dirty="0"/>
              <a:t> </a:t>
            </a:r>
          </a:p>
          <a:p>
            <a:r>
              <a:rPr lang="es-ES" b="1" dirty="0"/>
              <a:t>Utilizando tecnología 4G/LTE, sensores industriales y una plataforma web</a:t>
            </a:r>
            <a:r>
              <a:rPr lang="es-ES" b="0" dirty="0"/>
              <a:t> desarrollada con React y Node.js,</a:t>
            </a:r>
          </a:p>
          <a:p>
            <a:r>
              <a:rPr lang="es-ES" b="1" dirty="0"/>
              <a:t> transformamos la operación manual hacia un modelo digital.</a:t>
            </a:r>
            <a:endParaRPr lang="es-CL" b="1" dirty="0"/>
          </a:p>
        </p:txBody>
      </p:sp>
    </p:spTree>
    <p:extLst>
      <p:ext uri="{BB962C8B-B14F-4D97-AF65-F5344CB8AC3E}">
        <p14:creationId xmlns:p14="http://schemas.microsoft.com/office/powerpoint/2010/main" val="2886516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9629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"Nuestro cliente es una </a:t>
            </a:r>
            <a:r>
              <a:rPr lang="es-ES" sz="2800" b="1" dirty="0"/>
              <a:t>Organización de Usuarios de Agua, OUA</a:t>
            </a:r>
            <a:r>
              <a:rPr lang="es-ES" dirty="0"/>
              <a:t>, ubicada en zonas rurales de la Región del Maule, Chile. Su operación principal es la </a:t>
            </a:r>
            <a:r>
              <a:rPr lang="es-ES" b="1" dirty="0"/>
              <a:t>gestión y distribución de recursos hídricos para riego agrícola.</a:t>
            </a:r>
          </a:p>
          <a:p>
            <a:r>
              <a:rPr lang="es-ES" dirty="0"/>
              <a:t>Las necesidades identificadas incluyen: </a:t>
            </a:r>
          </a:p>
          <a:p>
            <a:pPr marL="342900" indent="-342900">
              <a:buFont typeface="Arial" panose="020B0604020202020204" pitchFamily="34" charset="0"/>
              <a:buChar char="•"/>
            </a:pPr>
            <a:r>
              <a:rPr lang="es-ES" dirty="0"/>
              <a:t>monitoreo en tiempo real del caudal de agua, </a:t>
            </a:r>
          </a:p>
          <a:p>
            <a:pPr marL="342900" indent="-342900">
              <a:buFont typeface="Arial" panose="020B0604020202020204" pitchFamily="34" charset="0"/>
              <a:buChar char="•"/>
            </a:pPr>
            <a:r>
              <a:rPr lang="es-ES" dirty="0"/>
              <a:t>control remoto de compuertas desde ubicaciones centrales, </a:t>
            </a:r>
          </a:p>
          <a:p>
            <a:pPr marL="342900" indent="-342900">
              <a:buFont typeface="Arial" panose="020B0604020202020204" pitchFamily="34" charset="0"/>
              <a:buChar char="•"/>
            </a:pPr>
            <a:r>
              <a:rPr lang="es-ES" dirty="0"/>
              <a:t>automatización de registros para cumplimiento normativo DGA, </a:t>
            </a:r>
          </a:p>
          <a:p>
            <a:pPr marL="342900" indent="-342900">
              <a:buFont typeface="Arial" panose="020B0604020202020204" pitchFamily="34" charset="0"/>
              <a:buChar char="•"/>
            </a:pPr>
            <a:r>
              <a:rPr lang="es-ES" dirty="0"/>
              <a:t>y reducción de costos operativos eliminando traslados innecesarios a campo."</a:t>
            </a:r>
          </a:p>
          <a:p>
            <a:endParaRPr lang="es-CL" dirty="0"/>
          </a:p>
        </p:txBody>
      </p:sp>
    </p:spTree>
    <p:extLst>
      <p:ext uri="{BB962C8B-B14F-4D97-AF65-F5344CB8AC3E}">
        <p14:creationId xmlns:p14="http://schemas.microsoft.com/office/powerpoint/2010/main" val="315985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problema actual se centra en tres áreas críticas:</a:t>
            </a:r>
          </a:p>
          <a:p>
            <a:pPr marL="342900" indent="-342900">
              <a:buFont typeface="Arial" panose="020B0604020202020204" pitchFamily="34" charset="0"/>
              <a:buChar char="•"/>
            </a:pPr>
            <a:r>
              <a:rPr lang="es-ES" dirty="0"/>
              <a:t>Primero, </a:t>
            </a:r>
            <a:r>
              <a:rPr lang="es-ES" b="1" dirty="0"/>
              <a:t>operación manual ineficiente</a:t>
            </a:r>
            <a:r>
              <a:rPr lang="es-ES" dirty="0"/>
              <a:t>: Los operadores deben desplazarse físicamente hasta 2 horas para abrir o cerrar compuertas, con un tiempo promedio de 45 minutos por maniobra. Esto genera costos de combustible de 10 a 12 millones anuales.</a:t>
            </a:r>
          </a:p>
          <a:p>
            <a:pPr marL="342900" indent="-342900">
              <a:buFont typeface="Arial" panose="020B0604020202020204" pitchFamily="34" charset="0"/>
              <a:buChar char="•"/>
            </a:pPr>
            <a:r>
              <a:rPr lang="es-ES" dirty="0"/>
              <a:t>Segundo, </a:t>
            </a:r>
            <a:r>
              <a:rPr lang="es-ES" b="1" dirty="0"/>
              <a:t>falta de trazabilidad</a:t>
            </a:r>
            <a:r>
              <a:rPr lang="es-ES" dirty="0"/>
              <a:t>: Los registros en papel son vulnerables a pérdida, manipulación o deterioro, dificultando la resolución de reclamos que toman de 2 a 3 semanas.</a:t>
            </a:r>
          </a:p>
          <a:p>
            <a:pPr marL="342900" indent="-342900">
              <a:buFont typeface="Arial" panose="020B0604020202020204" pitchFamily="34" charset="0"/>
              <a:buChar char="•"/>
            </a:pPr>
            <a:r>
              <a:rPr lang="es-ES" dirty="0"/>
              <a:t>Tercero, </a:t>
            </a:r>
            <a:r>
              <a:rPr lang="es-ES" b="1" dirty="0"/>
              <a:t>conflictos entre usuarios</a:t>
            </a:r>
            <a:r>
              <a:rPr lang="es-ES" dirty="0"/>
              <a:t>: Sin datos objetivos, surgen disputas frecuentes sobre distribución inequitativa de agua, afectando la operación y relaciones entre agricultores.</a:t>
            </a:r>
          </a:p>
          <a:p>
            <a:endParaRPr lang="es-CL" dirty="0"/>
          </a:p>
        </p:txBody>
      </p:sp>
    </p:spTree>
    <p:extLst>
      <p:ext uri="{BB962C8B-B14F-4D97-AF65-F5344CB8AC3E}">
        <p14:creationId xmlns:p14="http://schemas.microsoft.com/office/powerpoint/2010/main" val="557499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Nuestra solución implementa un ecosistema tecnológico completo de tres capas:</a:t>
            </a:r>
          </a:p>
          <a:p>
            <a:endParaRPr lang="es-ES" dirty="0"/>
          </a:p>
          <a:p>
            <a:pPr marL="342900" indent="-342900">
              <a:buFont typeface="Arial" panose="020B0604020202020204" pitchFamily="34" charset="0"/>
              <a:buChar char="•"/>
            </a:pPr>
            <a:r>
              <a:rPr lang="es-ES" dirty="0"/>
              <a:t>En campo, estaciones autónomas con </a:t>
            </a:r>
            <a:r>
              <a:rPr lang="es-ES" b="1" dirty="0"/>
              <a:t>sensores industriales</a:t>
            </a:r>
            <a:r>
              <a:rPr lang="es-ES" dirty="0"/>
              <a:t>, </a:t>
            </a:r>
            <a:r>
              <a:rPr lang="es-ES" b="1" dirty="0"/>
              <a:t>microcontroladores ARM</a:t>
            </a:r>
            <a:r>
              <a:rPr lang="es-ES" dirty="0"/>
              <a:t>, </a:t>
            </a:r>
            <a:r>
              <a:rPr lang="es-ES" b="1" dirty="0"/>
              <a:t>comunicación 4G/LTE </a:t>
            </a:r>
            <a:r>
              <a:rPr lang="es-ES" dirty="0"/>
              <a:t>y </a:t>
            </a:r>
            <a:r>
              <a:rPr lang="es-ES" b="1" dirty="0"/>
              <a:t>alimentación solar.</a:t>
            </a:r>
          </a:p>
          <a:p>
            <a:pPr marL="342900" indent="-342900">
              <a:buFont typeface="Arial" panose="020B0604020202020204" pitchFamily="34" charset="0"/>
              <a:buChar char="•"/>
            </a:pPr>
            <a:r>
              <a:rPr lang="es-ES" dirty="0"/>
              <a:t>En el backend, </a:t>
            </a:r>
            <a:r>
              <a:rPr lang="es-ES" b="1" dirty="0"/>
              <a:t>servidor Node.js con arquitectura MVC</a:t>
            </a:r>
            <a:r>
              <a:rPr lang="es-ES" dirty="0"/>
              <a:t>, </a:t>
            </a:r>
            <a:r>
              <a:rPr lang="es-ES" b="1" dirty="0" err="1"/>
              <a:t>broker</a:t>
            </a:r>
            <a:r>
              <a:rPr lang="es-ES" b="1" dirty="0"/>
              <a:t> MQTT para </a:t>
            </a:r>
            <a:r>
              <a:rPr lang="es-ES" b="1" dirty="0" err="1"/>
              <a:t>IoT</a:t>
            </a:r>
            <a:r>
              <a:rPr lang="es-ES" dirty="0"/>
              <a:t>, y base de datos híbrida: </a:t>
            </a:r>
            <a:r>
              <a:rPr lang="es-ES" b="1" dirty="0"/>
              <a:t>PostgreSQL para datos relacionales e </a:t>
            </a:r>
            <a:r>
              <a:rPr lang="es-ES" b="1" dirty="0" err="1"/>
              <a:t>InfluxDB</a:t>
            </a:r>
            <a:r>
              <a:rPr lang="es-ES" b="1" dirty="0"/>
              <a:t> para series temporales</a:t>
            </a:r>
            <a:r>
              <a:rPr lang="es-ES" dirty="0"/>
              <a:t>.</a:t>
            </a:r>
          </a:p>
          <a:p>
            <a:pPr marL="342900" indent="-342900">
              <a:buFont typeface="Arial" panose="020B0604020202020204" pitchFamily="34" charset="0"/>
              <a:buChar char="•"/>
            </a:pPr>
            <a:r>
              <a:rPr lang="es-ES" dirty="0"/>
              <a:t>En el frontend, aplicación web React con </a:t>
            </a:r>
            <a:r>
              <a:rPr lang="es-ES" b="1" dirty="0"/>
              <a:t>Material-UI</a:t>
            </a:r>
            <a:r>
              <a:rPr lang="es-ES" dirty="0"/>
              <a:t>, </a:t>
            </a:r>
            <a:r>
              <a:rPr lang="es-ES" b="1" dirty="0"/>
              <a:t>dashboard en tiempo real con </a:t>
            </a:r>
            <a:r>
              <a:rPr lang="es-ES" b="1" dirty="0" err="1"/>
              <a:t>WebSocket</a:t>
            </a:r>
            <a:r>
              <a:rPr lang="es-ES" dirty="0"/>
              <a:t>, y control remoto de compuertas con confirmación </a:t>
            </a:r>
            <a:r>
              <a:rPr lang="es-ES" b="1" dirty="0"/>
              <a:t>mediante finales de carrera.</a:t>
            </a:r>
          </a:p>
          <a:p>
            <a:endParaRPr lang="es-CL" dirty="0"/>
          </a:p>
        </p:txBody>
      </p:sp>
    </p:spTree>
    <p:extLst>
      <p:ext uri="{BB962C8B-B14F-4D97-AF65-F5344CB8AC3E}">
        <p14:creationId xmlns:p14="http://schemas.microsoft.com/office/powerpoint/2010/main" val="3754187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general del proyecto es </a:t>
            </a:r>
            <a:r>
              <a:rPr lang="es-ES" b="1" dirty="0"/>
              <a:t>desarrollar e implementar un sistema integral de telemetría automatizado basado en comunicaciones 4G/LTE, sensores industriales y plataformas web responsivas</a:t>
            </a:r>
            <a:r>
              <a:rPr lang="es-ES" dirty="0"/>
              <a:t>, para transformar la gestión manual de recursos hídricos de la OUA hacia un modelo digital.</a:t>
            </a:r>
          </a:p>
          <a:p>
            <a:r>
              <a:rPr lang="es-ES" dirty="0"/>
              <a:t>Buscamos mejorar la eficiencia operativa en un 70%, eliminar el 90% de conflictos mediante evidencia objetiva, y reducir costos operativos entre 8 a 10 millones de pesos anuales, todo esto en un plazo de 8 a 10 meses de implementación.</a:t>
            </a:r>
          </a:p>
          <a:p>
            <a:endParaRPr lang="es-CL" dirty="0"/>
          </a:p>
        </p:txBody>
      </p:sp>
    </p:spTree>
    <p:extLst>
      <p:ext uri="{BB962C8B-B14F-4D97-AF65-F5344CB8AC3E}">
        <p14:creationId xmlns:p14="http://schemas.microsoft.com/office/powerpoint/2010/main" val="2030003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proyecto se estructura en cuatro objetivos específicos:</a:t>
            </a:r>
          </a:p>
          <a:p>
            <a:r>
              <a:rPr lang="es-ES" b="1" dirty="0"/>
              <a:t>Objetivo 1:</a:t>
            </a:r>
            <a:r>
              <a:rPr lang="es-ES" dirty="0"/>
              <a:t> Desarrollar el </a:t>
            </a:r>
            <a:r>
              <a:rPr lang="es-ES" b="1" dirty="0"/>
              <a:t>sistema de adquisición y transmisión de datos</a:t>
            </a:r>
            <a:r>
              <a:rPr lang="es-ES" dirty="0"/>
              <a:t> desde 30 estaciones remotas mediante protocolo MQTT con </a:t>
            </a:r>
            <a:r>
              <a:rPr lang="es-ES" dirty="0" err="1"/>
              <a:t>QoS</a:t>
            </a:r>
            <a:r>
              <a:rPr lang="es-ES" dirty="0"/>
              <a:t> configurable y buffer offline de 24 horas.</a:t>
            </a:r>
          </a:p>
          <a:p>
            <a:r>
              <a:rPr lang="es-ES" b="1" dirty="0"/>
              <a:t>Objetivo 2:</a:t>
            </a:r>
            <a:r>
              <a:rPr lang="es-ES" dirty="0"/>
              <a:t> Implementar </a:t>
            </a:r>
            <a:r>
              <a:rPr lang="es-ES" b="1" dirty="0"/>
              <a:t>plataforma web de monitoreo y control</a:t>
            </a:r>
            <a:r>
              <a:rPr lang="es-ES" dirty="0"/>
              <a:t> con backend Node.js, frontend React, y </a:t>
            </a:r>
            <a:r>
              <a:rPr lang="es-ES" b="1" dirty="0"/>
              <a:t>comunicación en tiempo real mediante </a:t>
            </a:r>
            <a:r>
              <a:rPr lang="es-ES" b="1" dirty="0" err="1"/>
              <a:t>WebSocket</a:t>
            </a:r>
            <a:r>
              <a:rPr lang="es-ES" dirty="0"/>
              <a:t>.</a:t>
            </a:r>
          </a:p>
          <a:p>
            <a:r>
              <a:rPr lang="es-ES" b="1" dirty="0"/>
              <a:t>Objetivo 3:</a:t>
            </a:r>
            <a:r>
              <a:rPr lang="es-ES" dirty="0"/>
              <a:t> Garantizar seguridad integral </a:t>
            </a:r>
            <a:r>
              <a:rPr lang="es-ES" b="1" dirty="0"/>
              <a:t>con cifrado TLS 1.3</a:t>
            </a:r>
            <a:r>
              <a:rPr lang="es-ES" dirty="0"/>
              <a:t>, </a:t>
            </a:r>
            <a:r>
              <a:rPr lang="es-ES" b="1" dirty="0"/>
              <a:t>autenticación JWT</a:t>
            </a:r>
            <a:r>
              <a:rPr lang="es-ES" dirty="0"/>
              <a:t>, </a:t>
            </a:r>
            <a:r>
              <a:rPr lang="es-ES" b="1" dirty="0"/>
              <a:t>control de acceso RBAC de tres niveles</a:t>
            </a:r>
            <a:r>
              <a:rPr lang="es-ES" dirty="0"/>
              <a:t>, y </a:t>
            </a:r>
            <a:r>
              <a:rPr lang="es-ES" b="1" dirty="0"/>
              <a:t>cumplimiento de Ley 19.628 de protección de datos</a:t>
            </a:r>
            <a:r>
              <a:rPr lang="es-ES" dirty="0"/>
              <a:t>.</a:t>
            </a:r>
          </a:p>
          <a:p>
            <a:r>
              <a:rPr lang="es-ES" b="1" dirty="0"/>
              <a:t>Objetivo 4:</a:t>
            </a:r>
            <a:r>
              <a:rPr lang="es-ES" dirty="0"/>
              <a:t> Ejecutar programa de capacitación de 40 horas presenciales para 15 a 20 operadores, con </a:t>
            </a:r>
            <a:r>
              <a:rPr lang="es-ES" b="1" dirty="0"/>
              <a:t>material didáctico completo y acompañamiento de 3 meses post-implementación</a:t>
            </a:r>
            <a:r>
              <a:rPr lang="es-ES" dirty="0"/>
              <a:t>.</a:t>
            </a:r>
          </a:p>
          <a:p>
            <a:endParaRPr lang="es-CL" dirty="0"/>
          </a:p>
        </p:txBody>
      </p:sp>
    </p:spTree>
    <p:extLst>
      <p:ext uri="{BB962C8B-B14F-4D97-AF65-F5344CB8AC3E}">
        <p14:creationId xmlns:p14="http://schemas.microsoft.com/office/powerpoint/2010/main" val="2527278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planificación del proyecto comienza con la gestión de alcance mediante una </a:t>
            </a:r>
            <a:r>
              <a:rPr lang="es-ES" b="1" dirty="0"/>
              <a:t>Estructura de Desglose del Trabajo completa</a:t>
            </a:r>
            <a:r>
              <a:rPr lang="es-ES" dirty="0"/>
              <a:t>. </a:t>
            </a:r>
          </a:p>
          <a:p>
            <a:endParaRPr lang="es-ES" dirty="0"/>
          </a:p>
          <a:p>
            <a:r>
              <a:rPr lang="es-ES" dirty="0"/>
              <a:t>Descomponemos el desafío tecnológico en </a:t>
            </a:r>
            <a:r>
              <a:rPr lang="es-ES" b="1" dirty="0"/>
              <a:t>4 objetivos específicos</a:t>
            </a:r>
            <a:r>
              <a:rPr lang="es-ES" dirty="0"/>
              <a:t>, </a:t>
            </a:r>
            <a:r>
              <a:rPr lang="es-ES" b="1" dirty="0"/>
              <a:t>16 entregables principales </a:t>
            </a:r>
            <a:r>
              <a:rPr lang="es-ES" dirty="0"/>
              <a:t>y </a:t>
            </a:r>
            <a:r>
              <a:rPr lang="es-ES" b="1" dirty="0"/>
              <a:t>64 paquetes de trabajo medibles</a:t>
            </a:r>
            <a:r>
              <a:rPr lang="es-ES" dirty="0"/>
              <a:t>. Esta granularidad permite asignación precisa de responsabilidades y seguimiento objetivo mediante 20 hitos verificables.</a:t>
            </a:r>
            <a:endParaRPr lang="es-CL" dirty="0"/>
          </a:p>
        </p:txBody>
      </p:sp>
    </p:spTree>
    <p:extLst>
      <p:ext uri="{BB962C8B-B14F-4D97-AF65-F5344CB8AC3E}">
        <p14:creationId xmlns:p14="http://schemas.microsoft.com/office/powerpoint/2010/main" val="4206982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Aquí vemos la estructura completa con los cuatro objetivos principales.</a:t>
            </a:r>
          </a:p>
          <a:p>
            <a:endParaRPr lang="es-CL" dirty="0"/>
          </a:p>
          <a:p>
            <a:endParaRPr lang="es-CL" dirty="0"/>
          </a:p>
        </p:txBody>
      </p:sp>
    </p:spTree>
    <p:extLst>
      <p:ext uri="{BB962C8B-B14F-4D97-AF65-F5344CB8AC3E}">
        <p14:creationId xmlns:p14="http://schemas.microsoft.com/office/powerpoint/2010/main" val="2407992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1" dirty="0"/>
              <a:t>(EDT </a:t>
            </a:r>
            <a:r>
              <a:rPr lang="es-ES" b="1" dirty="0" err="1"/>
              <a:t>Obj</a:t>
            </a:r>
            <a:r>
              <a:rPr lang="es-ES" b="1" dirty="0"/>
              <a:t> 1):</a:t>
            </a:r>
            <a:r>
              <a:rPr lang="es-ES" dirty="0"/>
              <a:t> "El objetivo 1 se desglosa en middleware de integración, base de datos, comunicación MQTT y pruebas de validación."</a:t>
            </a:r>
          </a:p>
          <a:p>
            <a:endParaRPr lang="es-CL" dirty="0"/>
          </a:p>
        </p:txBody>
      </p:sp>
    </p:spTree>
    <p:extLst>
      <p:ext uri="{BB962C8B-B14F-4D97-AF65-F5344CB8AC3E}">
        <p14:creationId xmlns:p14="http://schemas.microsoft.com/office/powerpoint/2010/main" val="2605923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1" dirty="0"/>
              <a:t>(EDT </a:t>
            </a:r>
            <a:r>
              <a:rPr lang="es-ES" b="1" dirty="0" err="1"/>
              <a:t>Obj</a:t>
            </a:r>
            <a:r>
              <a:rPr lang="es-ES" b="1" dirty="0"/>
              <a:t> 2):</a:t>
            </a:r>
            <a:r>
              <a:rPr lang="es-ES" dirty="0"/>
              <a:t> "El objetivo 2 incluye backend API, frontend responsivo, gestión de usuarios y generación de reportes."</a:t>
            </a:r>
          </a:p>
          <a:p>
            <a:endParaRPr lang="es-CL" dirty="0"/>
          </a:p>
        </p:txBody>
      </p:sp>
    </p:spTree>
    <p:extLst>
      <p:ext uri="{BB962C8B-B14F-4D97-AF65-F5344CB8AC3E}">
        <p14:creationId xmlns:p14="http://schemas.microsoft.com/office/powerpoint/2010/main" val="1110837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1" dirty="0"/>
              <a:t>(EDT </a:t>
            </a:r>
            <a:r>
              <a:rPr lang="es-ES" b="1" dirty="0" err="1"/>
              <a:t>Obj</a:t>
            </a:r>
            <a:r>
              <a:rPr lang="es-ES" b="1" dirty="0"/>
              <a:t> 3):</a:t>
            </a:r>
            <a:r>
              <a:rPr lang="es-ES" dirty="0"/>
              <a:t> "El objetivo 3 abarca autenticación, cifrado, políticas de </a:t>
            </a:r>
            <a:r>
              <a:rPr lang="es-ES" dirty="0" err="1"/>
              <a:t>backup</a:t>
            </a:r>
            <a:r>
              <a:rPr lang="es-ES" dirty="0"/>
              <a:t> y cumplimiento normativo."</a:t>
            </a:r>
          </a:p>
          <a:p>
            <a:endParaRPr lang="es-CL" dirty="0"/>
          </a:p>
        </p:txBody>
      </p:sp>
    </p:spTree>
    <p:extLst>
      <p:ext uri="{BB962C8B-B14F-4D97-AF65-F5344CB8AC3E}">
        <p14:creationId xmlns:p14="http://schemas.microsoft.com/office/powerpoint/2010/main" val="1739068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0" marR="0" lvl="0" indent="0" defTabSz="1828800" eaLnBrk="1" fontAlgn="auto" latinLnBrk="0" hangingPunct="1">
              <a:lnSpc>
                <a:spcPct val="100000"/>
              </a:lnSpc>
              <a:spcBef>
                <a:spcPts val="0"/>
              </a:spcBef>
              <a:spcAft>
                <a:spcPts val="0"/>
              </a:spcAft>
              <a:buClrTx/>
              <a:buSzTx/>
              <a:buFontTx/>
              <a:buNone/>
              <a:tabLst/>
              <a:defRPr/>
            </a:pPr>
            <a:r>
              <a:rPr lang="es-ES" b="1" dirty="0"/>
              <a:t>(EDT </a:t>
            </a:r>
            <a:r>
              <a:rPr lang="es-ES" b="1" dirty="0" err="1"/>
              <a:t>Obj</a:t>
            </a:r>
            <a:r>
              <a:rPr lang="es-ES" b="1" dirty="0"/>
              <a:t> 4):</a:t>
            </a:r>
            <a:r>
              <a:rPr lang="es-ES" dirty="0"/>
              <a:t> "El objetivo 4 cubre material didáctico, capacitación presencial, soporte técnico y transferencia de conocimiento."</a:t>
            </a:r>
          </a:p>
          <a:p>
            <a:endParaRPr lang="es-CL" dirty="0"/>
          </a:p>
        </p:txBody>
      </p:sp>
    </p:spTree>
    <p:extLst>
      <p:ext uri="{BB962C8B-B14F-4D97-AF65-F5344CB8AC3E}">
        <p14:creationId xmlns:p14="http://schemas.microsoft.com/office/powerpoint/2010/main" val="2965491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gestión de esfuerzo descompone el trabajo en actividades específicas totalizando 3,840 horas-hombre distribuidas estratégicamente en 8 roles especializados</a:t>
            </a:r>
            <a:endParaRPr lang="es-CL" dirty="0"/>
          </a:p>
        </p:txBody>
      </p:sp>
    </p:spTree>
    <p:extLst>
      <p:ext uri="{BB962C8B-B14F-4D97-AF65-F5344CB8AC3E}">
        <p14:creationId xmlns:p14="http://schemas.microsoft.com/office/powerpoint/2010/main" val="35511451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CL" dirty="0" err="1"/>
              <a:t>ObJ</a:t>
            </a:r>
            <a:r>
              <a:rPr lang="es-CL" dirty="0"/>
              <a:t> 1 25%</a:t>
            </a:r>
          </a:p>
          <a:p>
            <a:r>
              <a:rPr lang="es-CL" dirty="0"/>
              <a:t>OBJ 2 21%</a:t>
            </a:r>
          </a:p>
          <a:p>
            <a:r>
              <a:rPr lang="es-CL" dirty="0"/>
              <a:t>OBJ 3 28%</a:t>
            </a:r>
          </a:p>
          <a:p>
            <a:r>
              <a:rPr lang="es-CL" dirty="0"/>
              <a:t>OBJ 3 26%</a:t>
            </a:r>
          </a:p>
        </p:txBody>
      </p:sp>
    </p:spTree>
    <p:extLst>
      <p:ext uri="{BB962C8B-B14F-4D97-AF65-F5344CB8AC3E}">
        <p14:creationId xmlns:p14="http://schemas.microsoft.com/office/powerpoint/2010/main" val="3987026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gestión del tiempo se organiza mediante diagramas de Gantt </a:t>
            </a:r>
            <a:r>
              <a:rPr lang="es-ES" b="1" dirty="0"/>
              <a:t>detallando secuencias temporales, dependencias críticas y paralelización de actividades. </a:t>
            </a:r>
          </a:p>
          <a:p>
            <a:r>
              <a:rPr lang="es-ES" dirty="0"/>
              <a:t>El cronograma de 8 a 10 meses incluye desarrollo paralelo en meses 1 a 3, integración y testing en mes 4, implementación gradual en meses 5 a 7, y estabilización final en meses 8 a 10.</a:t>
            </a:r>
            <a:endParaRPr lang="es-CL" dirty="0"/>
          </a:p>
        </p:txBody>
      </p:sp>
    </p:spTree>
    <p:extLst>
      <p:ext uri="{BB962C8B-B14F-4D97-AF65-F5344CB8AC3E}">
        <p14:creationId xmlns:p14="http://schemas.microsoft.com/office/powerpoint/2010/main" val="4102569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1 se ejecuta en paralelo con desarrollo de middleware y base de datos en los primeros 3 meses. Con 728 horas</a:t>
            </a:r>
            <a:endParaRPr lang="es-CL" dirty="0"/>
          </a:p>
        </p:txBody>
      </p:sp>
    </p:spTree>
    <p:extLst>
      <p:ext uri="{BB962C8B-B14F-4D97-AF65-F5344CB8AC3E}">
        <p14:creationId xmlns:p14="http://schemas.microsoft.com/office/powerpoint/2010/main" val="2162251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2 inicia en mes 2 con backend y frontend desarrollándose simultáneamente hasta mes 5 con 636 horas de trabajo</a:t>
            </a:r>
            <a:endParaRPr lang="es-CL" dirty="0"/>
          </a:p>
        </p:txBody>
      </p:sp>
    </p:spTree>
    <p:extLst>
      <p:ext uri="{BB962C8B-B14F-4D97-AF65-F5344CB8AC3E}">
        <p14:creationId xmlns:p14="http://schemas.microsoft.com/office/powerpoint/2010/main" val="31493810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seguridad se implementa transversalmente desde mes 3 hasta mes 7 con auditorías continuas. Con 492 horas</a:t>
            </a:r>
            <a:endParaRPr lang="es-CL" dirty="0"/>
          </a:p>
        </p:txBody>
      </p:sp>
    </p:spTree>
    <p:extLst>
      <p:ext uri="{BB962C8B-B14F-4D97-AF65-F5344CB8AC3E}">
        <p14:creationId xmlns:p14="http://schemas.microsoft.com/office/powerpoint/2010/main" val="6886863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capacitación se concentra en meses 6 a 8 con acompañamiento extendido hasta mes 10 588 horas</a:t>
            </a:r>
            <a:endParaRPr lang="es-CL" dirty="0"/>
          </a:p>
        </p:txBody>
      </p:sp>
    </p:spTree>
    <p:extLst>
      <p:ext uri="{BB962C8B-B14F-4D97-AF65-F5344CB8AC3E}">
        <p14:creationId xmlns:p14="http://schemas.microsoft.com/office/powerpoint/2010/main" val="1332328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Con esto concluyo la primera parte de nuestra presentación cubriendo contexto, objetivos y planificación.</a:t>
            </a:r>
          </a:p>
          <a:p>
            <a:endParaRPr lang="es-ES" dirty="0"/>
          </a:p>
          <a:p>
            <a:r>
              <a:rPr lang="es-ES" dirty="0"/>
              <a:t>diseños técnicos de la solución, comenzando con los diagramas BPMN que modelan los procesos de negocio.</a:t>
            </a:r>
            <a:endParaRPr lang="es-CL" dirty="0"/>
          </a:p>
        </p:txBody>
      </p:sp>
    </p:spTree>
    <p:extLst>
      <p:ext uri="{BB962C8B-B14F-4D97-AF65-F5344CB8AC3E}">
        <p14:creationId xmlns:p14="http://schemas.microsoft.com/office/powerpoint/2010/main" val="3576873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primer proceso modela la detección y respuesta automática ante temperaturas críticas. El sistema monitorea continuamente las estaciones, detecta anomalías, genera alertas y notifica a operadores para acción correctiva inmediata.</a:t>
            </a:r>
            <a:endParaRPr lang="es-CL" dirty="0"/>
          </a:p>
        </p:txBody>
      </p:sp>
    </p:spTree>
    <p:extLst>
      <p:ext uri="{BB962C8B-B14F-4D97-AF65-F5344CB8AC3E}">
        <p14:creationId xmlns:p14="http://schemas.microsoft.com/office/powerpoint/2010/main" val="1540712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proceso de control de compuertas inicia cuando el operador emite un comando desde el dashboard web. El sistema valida permisos mediante RBAC, envía comando vía MQTT, ejecuta la acción en campo, y confirma mediante finales de carrera con retroalimentación visual al usuario</a:t>
            </a:r>
            <a:endParaRPr lang="es-CL" dirty="0"/>
          </a:p>
        </p:txBody>
      </p:sp>
    </p:spTree>
    <p:extLst>
      <p:ext uri="{BB962C8B-B14F-4D97-AF65-F5344CB8AC3E}">
        <p14:creationId xmlns:p14="http://schemas.microsoft.com/office/powerpoint/2010/main" val="897277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generación de reportes históricos permite al supervisor consultar datos almacenados, filtrar por rango de fechas, generar gráficos estadísticos con Chart.js, y descargar reportes en formato PDF o Excel para auditorías o cumplimiento normativo.</a:t>
            </a:r>
            <a:endParaRPr lang="es-CL" dirty="0"/>
          </a:p>
        </p:txBody>
      </p:sp>
    </p:spTree>
    <p:extLst>
      <p:ext uri="{BB962C8B-B14F-4D97-AF65-F5344CB8AC3E}">
        <p14:creationId xmlns:p14="http://schemas.microsoft.com/office/powerpoint/2010/main" val="36474419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operador consulta temperatura y flujo en tiempo real accediendo al dashboard con actualización automática cada 2 segundos mediante </a:t>
            </a:r>
            <a:r>
              <a:rPr lang="es-ES" dirty="0" err="1"/>
              <a:t>WebSocket</a:t>
            </a:r>
            <a:r>
              <a:rPr lang="es-ES" dirty="0"/>
              <a:t>.</a:t>
            </a:r>
            <a:endParaRPr lang="es-CL" dirty="0"/>
          </a:p>
        </p:txBody>
      </p:sp>
    </p:spTree>
    <p:extLst>
      <p:ext uri="{BB962C8B-B14F-4D97-AF65-F5344CB8AC3E}">
        <p14:creationId xmlns:p14="http://schemas.microsoft.com/office/powerpoint/2010/main" val="41047677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supervisor genera reportes históricos seleccionando período, tipo de datos y formato de exportación.</a:t>
            </a:r>
            <a:endParaRPr lang="es-CL" dirty="0"/>
          </a:p>
        </p:txBody>
      </p:sp>
    </p:spTree>
    <p:extLst>
      <p:ext uri="{BB962C8B-B14F-4D97-AF65-F5344CB8AC3E}">
        <p14:creationId xmlns:p14="http://schemas.microsoft.com/office/powerpoint/2010/main" val="6094433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operador autorizado emite comandos de control remoto con confirmación mediante finales de carrera y trazabilidad completa en auditoría.</a:t>
            </a:r>
            <a:endParaRPr lang="es-CL" dirty="0"/>
          </a:p>
        </p:txBody>
      </p:sp>
    </p:spTree>
    <p:extLst>
      <p:ext uri="{BB962C8B-B14F-4D97-AF65-F5344CB8AC3E}">
        <p14:creationId xmlns:p14="http://schemas.microsoft.com/office/powerpoint/2010/main" val="2099700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Cualquier usuario consulta el estado actual de compuertas visualizando posición, centímetros de apertura y última actualización.</a:t>
            </a:r>
            <a:endParaRPr lang="es-CL" dirty="0"/>
          </a:p>
        </p:txBody>
      </p:sp>
    </p:spTree>
    <p:extLst>
      <p:ext uri="{BB962C8B-B14F-4D97-AF65-F5344CB8AC3E}">
        <p14:creationId xmlns:p14="http://schemas.microsoft.com/office/powerpoint/2010/main" val="4272006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dashboard principal presenta mapa de 30 estaciones, gráficos de caudal en tiempo real, alertas activas y accesos rápidos a funciones principales.</a:t>
            </a:r>
            <a:endParaRPr lang="es-CL" dirty="0"/>
          </a:p>
        </p:txBody>
      </p:sp>
    </p:spTree>
    <p:extLst>
      <p:ext uri="{BB962C8B-B14F-4D97-AF65-F5344CB8AC3E}">
        <p14:creationId xmlns:p14="http://schemas.microsoft.com/office/powerpoint/2010/main" val="42841423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9785502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 modelo de datos lógico implementa arquitectura híbrida. PostgreSQL almacena datos relacionales: usuarios con roles RBAC, estaciones con </a:t>
            </a:r>
            <a:r>
              <a:rPr lang="es-ES" dirty="0" err="1"/>
              <a:t>metadata</a:t>
            </a:r>
            <a:r>
              <a:rPr lang="es-ES" dirty="0"/>
              <a:t> geográfica, comandos con trazabilidad completa, alertas configurables por tipo y severidad, y auditoría inmutable con retención de 7 años.</a:t>
            </a:r>
          </a:p>
          <a:p>
            <a:r>
              <a:rPr lang="es-ES" dirty="0" err="1"/>
              <a:t>InfluxDB</a:t>
            </a:r>
            <a:r>
              <a:rPr lang="es-ES" dirty="0"/>
              <a:t> maneja series temporales de alta frecuencia: lecturas de caudal cada 5 minutos, estados de compuertas con </a:t>
            </a:r>
            <a:r>
              <a:rPr lang="es-ES" dirty="0" err="1"/>
              <a:t>timestamps</a:t>
            </a:r>
            <a:r>
              <a:rPr lang="es-ES" dirty="0"/>
              <a:t> UTC, y métricas de conectividad de red. Las políticas de retención cumplen normativa DGA con 7 años de almacenamiento.</a:t>
            </a:r>
          </a:p>
          <a:p>
            <a:endParaRPr lang="es-CL" dirty="0"/>
          </a:p>
        </p:txBody>
      </p:sp>
    </p:spTree>
    <p:extLst>
      <p:ext uri="{BB962C8B-B14F-4D97-AF65-F5344CB8AC3E}">
        <p14:creationId xmlns:p14="http://schemas.microsoft.com/office/powerpoint/2010/main" val="12089916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diagrama de comunicaciones muestra el flujo completo </a:t>
            </a:r>
            <a:r>
              <a:rPr lang="es-ES" dirty="0" err="1"/>
              <a:t>end-to-end</a:t>
            </a:r>
            <a:r>
              <a:rPr lang="es-ES" dirty="0"/>
              <a:t>:</a:t>
            </a:r>
          </a:p>
          <a:p>
            <a:r>
              <a:rPr lang="es-ES" dirty="0"/>
              <a:t>Las 30 estaciones remotas capturan datos de sensores cada 5 minutos y los transmiten mediante red 4G/LTE usando protocolo MQTT con </a:t>
            </a:r>
            <a:r>
              <a:rPr lang="es-ES" dirty="0" err="1"/>
              <a:t>QoS</a:t>
            </a:r>
            <a:r>
              <a:rPr lang="es-ES" dirty="0"/>
              <a:t> nivel 1 para telemetría y nivel 2 para comandos críticos.</a:t>
            </a:r>
          </a:p>
          <a:p>
            <a:r>
              <a:rPr lang="es-ES" dirty="0"/>
              <a:t>El </a:t>
            </a:r>
            <a:r>
              <a:rPr lang="es-ES" dirty="0" err="1"/>
              <a:t>broker</a:t>
            </a:r>
            <a:r>
              <a:rPr lang="es-ES" dirty="0"/>
              <a:t> MQTT </a:t>
            </a:r>
            <a:r>
              <a:rPr lang="es-ES" dirty="0" err="1"/>
              <a:t>Mosquitto</a:t>
            </a:r>
            <a:r>
              <a:rPr lang="es-ES" dirty="0"/>
              <a:t> recibe mensajes y los distribuye al backend API Node.js que procesa, valida y almacena en bases de datos PostgreSQL e </a:t>
            </a:r>
            <a:r>
              <a:rPr lang="es-ES" dirty="0" err="1"/>
              <a:t>InfluxDB</a:t>
            </a:r>
            <a:r>
              <a:rPr lang="es-ES" dirty="0"/>
              <a:t>.</a:t>
            </a:r>
          </a:p>
          <a:p>
            <a:r>
              <a:rPr lang="es-ES" dirty="0"/>
              <a:t>El frontend React se comunica con el backend mediante API REST para operaciones CRUD y </a:t>
            </a:r>
            <a:r>
              <a:rPr lang="es-ES" dirty="0" err="1"/>
              <a:t>WebSocket</a:t>
            </a:r>
            <a:r>
              <a:rPr lang="es-ES" dirty="0"/>
              <a:t> para actualizaciones en tiempo real con latencia menor a 2 segundos.</a:t>
            </a:r>
          </a:p>
          <a:p>
            <a:r>
              <a:rPr lang="es-ES" dirty="0"/>
              <a:t>Toda comunicación usa cifrado TLS 1.3 y autenticación JWT con tokens de 8 horas de validez</a:t>
            </a:r>
          </a:p>
          <a:p>
            <a:endParaRPr lang="es-CL" dirty="0"/>
          </a:p>
        </p:txBody>
      </p:sp>
    </p:spTree>
    <p:extLst>
      <p:ext uri="{BB962C8B-B14F-4D97-AF65-F5344CB8AC3E}">
        <p14:creationId xmlns:p14="http://schemas.microsoft.com/office/powerpoint/2010/main" val="20223670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A0C4-56BF-C78D-D06A-3DE50A605F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C24E66-417C-C484-D016-78C98CD5AFEC}"/>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4652D0D-A6BB-889D-2040-665FFDF59C8A}"/>
              </a:ext>
            </a:extLst>
          </p:cNvPr>
          <p:cNvSpPr>
            <a:spLocks noGrp="1"/>
          </p:cNvSpPr>
          <p:nvPr>
            <p:ph type="body" idx="1"/>
          </p:nvPr>
        </p:nvSpPr>
        <p:spPr/>
        <p:txBody>
          <a:bodyPr/>
          <a:lstStyle/>
          <a:p>
            <a:r>
              <a:rPr lang="es-ES" dirty="0"/>
              <a:t>La arquitectura por capas implementa separación clara de responsabilidades. La capa de presentación con React maneja la interfaz de usuario. La capa de lógica de negocio con Node.js/Express procesa solicitudes y aplica reglas de negocio. La capa de persistencia con PostgreSQL e </a:t>
            </a:r>
            <a:r>
              <a:rPr lang="es-ES" dirty="0" err="1"/>
              <a:t>InfluxDB</a:t>
            </a:r>
            <a:r>
              <a:rPr lang="es-ES" dirty="0"/>
              <a:t> almacena datos de forma optimizada.</a:t>
            </a:r>
          </a:p>
          <a:p>
            <a:r>
              <a:rPr lang="es-ES" dirty="0"/>
              <a:t>Esta arquitectura facilita mantenimiento, permite escalabilidad independiente de cada capa, y habilita desarrollo paralelo por equipos especializados en frontend y backend.</a:t>
            </a:r>
          </a:p>
          <a:p>
            <a:endParaRPr lang="es-CL" dirty="0"/>
          </a:p>
        </p:txBody>
      </p:sp>
    </p:spTree>
    <p:extLst>
      <p:ext uri="{BB962C8B-B14F-4D97-AF65-F5344CB8AC3E}">
        <p14:creationId xmlns:p14="http://schemas.microsoft.com/office/powerpoint/2010/main" val="42615794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infraestructura híbrida combina componentes en </a:t>
            </a:r>
            <a:r>
              <a:rPr lang="es-ES" dirty="0" err="1"/>
              <a:t>cloud</a:t>
            </a:r>
            <a:r>
              <a:rPr lang="es-ES" dirty="0"/>
              <a:t> y en campo. En la nube, un servidor VPS con 8 </a:t>
            </a:r>
            <a:r>
              <a:rPr lang="es-ES" dirty="0" err="1"/>
              <a:t>vCPUs</a:t>
            </a:r>
            <a:r>
              <a:rPr lang="es-ES" dirty="0"/>
              <a:t>, 16 GB RAM y 500 GB SSD ejecuta PostgreSQL, </a:t>
            </a:r>
            <a:r>
              <a:rPr lang="es-ES" dirty="0" err="1"/>
              <a:t>InfluxDB</a:t>
            </a:r>
            <a:r>
              <a:rPr lang="es-ES" dirty="0"/>
              <a:t>, </a:t>
            </a:r>
            <a:r>
              <a:rPr lang="es-ES" dirty="0" err="1"/>
              <a:t>broker</a:t>
            </a:r>
            <a:r>
              <a:rPr lang="es-ES" dirty="0"/>
              <a:t> MQTT y aplicaciones Node.js con </a:t>
            </a:r>
            <a:r>
              <a:rPr lang="es-ES" dirty="0" err="1"/>
              <a:t>nginx</a:t>
            </a:r>
            <a:r>
              <a:rPr lang="es-ES" dirty="0"/>
              <a:t> como balanceador de carga.</a:t>
            </a:r>
          </a:p>
          <a:p>
            <a:r>
              <a:rPr lang="es-ES" dirty="0"/>
              <a:t>En campo, 30 estaciones autónomas con alimentación solar, baterías de ciclo profundo para 5 días de autonomía sin sol, gabinetes IP67 protegidos contra polvo y agua, y módems 4G industriales con certificación SUBTEL.</a:t>
            </a:r>
          </a:p>
          <a:p>
            <a:r>
              <a:rPr lang="es-ES" dirty="0"/>
              <a:t>El sistema de </a:t>
            </a:r>
            <a:r>
              <a:rPr lang="es-ES" dirty="0" err="1"/>
              <a:t>backup</a:t>
            </a:r>
            <a:r>
              <a:rPr lang="es-ES" dirty="0"/>
              <a:t> automatizado realiza respaldos completos diarios e incrementales cada 4 horas con retención de 7 años en almacenamiento redundante geográfico.</a:t>
            </a:r>
          </a:p>
          <a:p>
            <a:endParaRPr lang="es-CL" dirty="0"/>
          </a:p>
        </p:txBody>
      </p:sp>
    </p:spTree>
    <p:extLst>
      <p:ext uri="{BB962C8B-B14F-4D97-AF65-F5344CB8AC3E}">
        <p14:creationId xmlns:p14="http://schemas.microsoft.com/office/powerpoint/2010/main" val="4378872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arquitectura por capas implementa separación clara de responsabilidades. La capa de presentación con React maneja la interfaz de usuario. La capa de lógica de negocio con Node.js/Express procesa solicitudes y aplica reglas de negocio. La capa de persistencia con PostgreSQL e </a:t>
            </a:r>
            <a:r>
              <a:rPr lang="es-ES" dirty="0" err="1"/>
              <a:t>InfluxDB</a:t>
            </a:r>
            <a:r>
              <a:rPr lang="es-ES" dirty="0"/>
              <a:t> almacena datos de forma optimizada.</a:t>
            </a:r>
          </a:p>
          <a:p>
            <a:r>
              <a:rPr lang="es-ES" dirty="0"/>
              <a:t>Esta arquitectura facilita mantenimiento, permite escalabilidad independiente de cada capa, y habilita desarrollo paralelo por equipos especializados en frontend y backend.</a:t>
            </a:r>
          </a:p>
          <a:p>
            <a:endParaRPr lang="es-CL" dirty="0"/>
          </a:p>
        </p:txBody>
      </p:sp>
    </p:spTree>
    <p:extLst>
      <p:ext uri="{BB962C8B-B14F-4D97-AF65-F5344CB8AC3E}">
        <p14:creationId xmlns:p14="http://schemas.microsoft.com/office/powerpoint/2010/main" val="3460262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1489996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0" marR="0" lvl="0" indent="0" defTabSz="1828800" eaLnBrk="1" fontAlgn="auto" latinLnBrk="0" hangingPunct="1">
              <a:lnSpc>
                <a:spcPct val="100000"/>
              </a:lnSpc>
              <a:spcBef>
                <a:spcPts val="0"/>
              </a:spcBef>
              <a:spcAft>
                <a:spcPts val="0"/>
              </a:spcAft>
              <a:buClrTx/>
              <a:buSzTx/>
              <a:buFontTx/>
              <a:buNone/>
              <a:tabLst/>
              <a:defRPr/>
            </a:pPr>
            <a:r>
              <a:rPr lang="es-ES" dirty="0"/>
              <a:t>Ahora presentaré los indicadores de desempeño que permiten medir objetivamente el éxito del proyecto. Definimos 4 KPIs críticos, 4 </a:t>
            </a:r>
            <a:r>
              <a:rPr lang="es-ES" dirty="0" err="1"/>
              <a:t>SLAs</a:t>
            </a:r>
            <a:r>
              <a:rPr lang="es-ES" dirty="0"/>
              <a:t> contractuales, 4 prácticas de QA y 4 normas de cumplimiento</a:t>
            </a:r>
            <a:endParaRPr lang="es-CL" dirty="0"/>
          </a:p>
          <a:p>
            <a:endParaRPr lang="es-CL" dirty="0"/>
          </a:p>
        </p:txBody>
      </p:sp>
    </p:spTree>
    <p:extLst>
      <p:ext uri="{BB962C8B-B14F-4D97-AF65-F5344CB8AC3E}">
        <p14:creationId xmlns:p14="http://schemas.microsoft.com/office/powerpoint/2010/main" val="8011158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1" dirty="0"/>
              <a:t>KPI 1 - Disponibilidad del Sistema:</a:t>
            </a:r>
            <a:r>
              <a:rPr lang="es-ES" dirty="0"/>
              <a:t> Meta del 99.5% mensual, equivalente a máximo 3.6 horas de inactividad por mes. Monitoreo continuo 24/7 con </a:t>
            </a:r>
            <a:r>
              <a:rPr lang="es-ES" dirty="0" err="1"/>
              <a:t>Prometheus</a:t>
            </a:r>
            <a:r>
              <a:rPr lang="es-ES" dirty="0"/>
              <a:t> y </a:t>
            </a:r>
            <a:r>
              <a:rPr lang="es-ES" dirty="0" err="1"/>
              <a:t>Grafana</a:t>
            </a:r>
            <a:r>
              <a:rPr lang="es-ES" dirty="0"/>
              <a:t>.</a:t>
            </a:r>
          </a:p>
          <a:p>
            <a:r>
              <a:rPr lang="es-ES" b="1" dirty="0"/>
              <a:t>KPI 2 - Latencia de Transmisión MQTT:</a:t>
            </a:r>
            <a:r>
              <a:rPr lang="es-ES" dirty="0"/>
              <a:t> Meta de menos de 2 segundos en percentil 95, garantizando datos prácticamente en tiempo real desde las 30 estaciones al servidor central.</a:t>
            </a:r>
          </a:p>
          <a:p>
            <a:r>
              <a:rPr lang="es-ES" b="1" dirty="0"/>
              <a:t>KPI 3 - Precisión de Medición:</a:t>
            </a:r>
            <a:r>
              <a:rPr lang="es-ES" dirty="0"/>
              <a:t> Error máximo de más menos 2% comparado con equipamiento patrón certificado, con calibración trimestral obligatoria cumpliendo normativas DGA.</a:t>
            </a:r>
          </a:p>
          <a:p>
            <a:r>
              <a:rPr lang="es-ES" b="1" dirty="0"/>
              <a:t>KPI 4 - Tasa de Éxito de Comandos:</a:t>
            </a:r>
            <a:r>
              <a:rPr lang="es-ES" dirty="0"/>
              <a:t> Meta del 98% de comandos de control remoto ejecutados exitosamente con confirmación mediante finales de carrera y trazabilidad completa en base de datos.</a:t>
            </a:r>
          </a:p>
          <a:p>
            <a:r>
              <a:rPr lang="es-ES" dirty="0"/>
              <a:t>Estos KPIs se miden continuamente con reportes semanales o mensuales según criticidad."</a:t>
            </a:r>
          </a:p>
        </p:txBody>
      </p:sp>
    </p:spTree>
    <p:extLst>
      <p:ext uri="{BB962C8B-B14F-4D97-AF65-F5344CB8AC3E}">
        <p14:creationId xmlns:p14="http://schemas.microsoft.com/office/powerpoint/2010/main" val="2175267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"Los cuatro </a:t>
            </a:r>
            <a:r>
              <a:rPr lang="es-ES" dirty="0" err="1"/>
              <a:t>SLAs</a:t>
            </a:r>
            <a:r>
              <a:rPr lang="es-ES" dirty="0"/>
              <a:t> contractuales garantizan:</a:t>
            </a:r>
          </a:p>
          <a:p>
            <a:r>
              <a:rPr lang="es-ES" b="1" dirty="0"/>
              <a:t>SLA 1 - Disponibilidad:</a:t>
            </a:r>
            <a:r>
              <a:rPr lang="es-ES" dirty="0"/>
              <a:t> 99.5% mensual con cobertura 24×7 incluyendo festivos, excluyendo solo mantenimientos planificados notificados con 72 horas.</a:t>
            </a:r>
          </a:p>
          <a:p>
            <a:r>
              <a:rPr lang="es-ES" b="1" dirty="0"/>
              <a:t>SLA 2 - Latencia:</a:t>
            </a:r>
            <a:r>
              <a:rPr lang="es-ES" dirty="0"/>
              <a:t> Menos de 2 segundos en percentil 95 y menos de 5 segundos en percentil 99, medición continua con reporte semanal.</a:t>
            </a:r>
          </a:p>
          <a:p>
            <a:r>
              <a:rPr lang="es-ES" b="1" dirty="0"/>
              <a:t>SLA 3 - Precisión de Datos:</a:t>
            </a:r>
            <a:r>
              <a:rPr lang="es-ES" dirty="0"/>
              <a:t> Más menos 2% de error con calibración trimestral usando equipamiento patrón certificado.</a:t>
            </a:r>
          </a:p>
          <a:p>
            <a:r>
              <a:rPr lang="es-ES" b="1" dirty="0"/>
              <a:t>SLA 4 - Tiempo de Respuesta a Incidentes:</a:t>
            </a:r>
            <a:r>
              <a:rPr lang="es-ES" dirty="0"/>
              <a:t> Críticos en menos de 4 horas, altos en menos de 24 horas, medios en menos de 72 horas, con soporte multinivel 24/7.</a:t>
            </a:r>
          </a:p>
          <a:p>
            <a:r>
              <a:rPr lang="es-ES" dirty="0"/>
              <a:t>El incumplimiento de </a:t>
            </a:r>
            <a:r>
              <a:rPr lang="es-ES" dirty="0" err="1"/>
              <a:t>SLAs</a:t>
            </a:r>
            <a:r>
              <a:rPr lang="es-ES" dirty="0"/>
              <a:t> activa cláusulas de compensación proporcional."</a:t>
            </a:r>
          </a:p>
          <a:p>
            <a:endParaRPr lang="es-CL" dirty="0"/>
          </a:p>
        </p:txBody>
      </p:sp>
    </p:spTree>
    <p:extLst>
      <p:ext uri="{BB962C8B-B14F-4D97-AF65-F5344CB8AC3E}">
        <p14:creationId xmlns:p14="http://schemas.microsoft.com/office/powerpoint/2010/main" val="11184359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1" dirty="0"/>
              <a:t>QA 1 - Pruebas Unitarias:</a:t>
            </a:r>
            <a:r>
              <a:rPr lang="es-ES" dirty="0"/>
              <a:t> Cobertura mayor o igual al 80% para módulos críticos usando </a:t>
            </a:r>
            <a:r>
              <a:rPr lang="es-ES" dirty="0" err="1"/>
              <a:t>Jest</a:t>
            </a:r>
            <a:r>
              <a:rPr lang="es-ES" dirty="0"/>
              <a:t> y React Testing Library, ejecutando 847 pruebas en menos de 5 minutos.</a:t>
            </a:r>
          </a:p>
          <a:p>
            <a:r>
              <a:rPr lang="es-ES" b="1" dirty="0"/>
              <a:t>QA 2 - Pruebas de Integración:</a:t>
            </a:r>
            <a:r>
              <a:rPr lang="es-ES" dirty="0"/>
              <a:t> Validación del 95% de casos exitosos, probando comunicación MQTT entre estaciones y servidor, APIs REST, </a:t>
            </a:r>
            <a:r>
              <a:rPr lang="es-ES" dirty="0" err="1"/>
              <a:t>WebSocket</a:t>
            </a:r>
            <a:r>
              <a:rPr lang="es-ES" dirty="0"/>
              <a:t> y bases de datos con 3 estaciones piloto en laboratorio.</a:t>
            </a:r>
          </a:p>
          <a:p>
            <a:r>
              <a:rPr lang="es-ES" b="1" dirty="0"/>
              <a:t>QA 3 - </a:t>
            </a:r>
            <a:r>
              <a:rPr lang="es-ES" b="1" dirty="0" err="1"/>
              <a:t>Pentesting</a:t>
            </a:r>
            <a:r>
              <a:rPr lang="es-ES" b="1" dirty="0"/>
              <a:t> de Seguridad:</a:t>
            </a:r>
            <a:r>
              <a:rPr lang="es-ES" dirty="0"/>
              <a:t> Cero vulnerabilidades críticas o altas, cumplimiento del 100% con OWASP Top 10, usando herramientas </a:t>
            </a:r>
            <a:r>
              <a:rPr lang="es-ES" dirty="0" err="1"/>
              <a:t>Burp</a:t>
            </a:r>
            <a:r>
              <a:rPr lang="es-ES" dirty="0"/>
              <a:t> Suite, OWASP ZAP y auditorías trimestrales por especialistas certificados.</a:t>
            </a:r>
          </a:p>
          <a:p>
            <a:r>
              <a:rPr lang="es-ES" b="1" dirty="0"/>
              <a:t>QA 4 - Pruebas UAT:</a:t>
            </a:r>
            <a:r>
              <a:rPr lang="es-ES" dirty="0"/>
              <a:t> Satisfacción mayor o igual a 4.0 sobre 5.0 con usuarios reales, 4 semanas en terreno con 3 estaciones operando en condiciones reales antes del </a:t>
            </a:r>
            <a:r>
              <a:rPr lang="es-ES" dirty="0" err="1"/>
              <a:t>go-live</a:t>
            </a:r>
            <a:r>
              <a:rPr lang="es-ES" dirty="0"/>
              <a:t> completo.</a:t>
            </a:r>
          </a:p>
          <a:p>
            <a:endParaRPr lang="es-CL" dirty="0"/>
          </a:p>
        </p:txBody>
      </p:sp>
    </p:spTree>
    <p:extLst>
      <p:ext uri="{BB962C8B-B14F-4D97-AF65-F5344CB8AC3E}">
        <p14:creationId xmlns:p14="http://schemas.microsoft.com/office/powerpoint/2010/main" val="849809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Los cuatro estándares de cumplimiento son:</a:t>
            </a:r>
          </a:p>
          <a:p>
            <a:r>
              <a:rPr lang="es-ES" b="1" dirty="0"/>
              <a:t>Norma 1 - OWASP Top 10:</a:t>
            </a:r>
            <a:r>
              <a:rPr lang="es-ES" dirty="0"/>
              <a:t> Estándar global de seguridad web implementando protección contra inyección SQL, XSS, autenticación robusta JWT, RBAC y cifrado TLS 1.3.</a:t>
            </a:r>
          </a:p>
          <a:p>
            <a:r>
              <a:rPr lang="es-ES" b="1" dirty="0"/>
              <a:t>Norma 2 - ISO/IEC 25010:</a:t>
            </a:r>
            <a:r>
              <a:rPr lang="es-ES" dirty="0"/>
              <a:t> Modelo de calidad </a:t>
            </a:r>
            <a:r>
              <a:rPr lang="es-ES" dirty="0" err="1"/>
              <a:t>SQuaRE</a:t>
            </a:r>
            <a:r>
              <a:rPr lang="es-ES" dirty="0"/>
              <a:t> evaluando funcionalidad, eficiencia, compatibilidad, usabilidad, confiabilidad del 99.5%, seguridad, mantenibilidad y portabilidad.</a:t>
            </a:r>
          </a:p>
          <a:p>
            <a:r>
              <a:rPr lang="es-ES" b="1" dirty="0"/>
              <a:t>Norma 3 - Ley 19.628 de Protección de Datos:</a:t>
            </a:r>
            <a:r>
              <a:rPr lang="es-ES" dirty="0"/>
              <a:t> Cumplimiento de normativa chilena con consentimiento informado, cifrado AES-256, auditoría del 100% de accesos, retención de 5 años y notificación de brechas en 72 horas.</a:t>
            </a:r>
          </a:p>
          <a:p>
            <a:r>
              <a:rPr lang="es-ES" b="1" dirty="0"/>
              <a:t>Norma 4 - WCAG 2.1 Nivel AA:</a:t>
            </a:r>
            <a:r>
              <a:rPr lang="es-ES" dirty="0"/>
              <a:t> Accesibilidad web con contraste de colores 4.5:1, navegación completa por teclado, etiquetas descriptivas para lectores de pantalla y diseño responsivo Material-UI.</a:t>
            </a:r>
          </a:p>
          <a:p>
            <a:r>
              <a:rPr lang="es-ES" dirty="0"/>
              <a:t>Estos estándares garantizan calidad, seguridad y legalidad del sistema."</a:t>
            </a:r>
          </a:p>
          <a:p>
            <a:endParaRPr lang="es-CL" dirty="0"/>
          </a:p>
        </p:txBody>
      </p:sp>
    </p:spTree>
    <p:extLst>
      <p:ext uri="{BB962C8B-B14F-4D97-AF65-F5344CB8AC3E}">
        <p14:creationId xmlns:p14="http://schemas.microsoft.com/office/powerpoint/2010/main" val="18203059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Finalmente, presentaré las conclusiones de los cuatro objetivos específicos demostrando que todas las metas fueron alcanzadas exitosamente.</a:t>
            </a:r>
            <a:endParaRPr lang="es-CL" dirty="0"/>
          </a:p>
        </p:txBody>
      </p:sp>
    </p:spTree>
    <p:extLst>
      <p:ext uri="{BB962C8B-B14F-4D97-AF65-F5344CB8AC3E}">
        <p14:creationId xmlns:p14="http://schemas.microsoft.com/office/powerpoint/2010/main" val="8850083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1 de Sistema de Adquisición y Transmisión de Datos se cumple exitosamente con la implementación de middleware de integración, base de datos híbrida PostgreSQL más </a:t>
            </a:r>
            <a:r>
              <a:rPr lang="es-ES" dirty="0" err="1"/>
              <a:t>InfluxDB</a:t>
            </a:r>
            <a:r>
              <a:rPr lang="es-ES" dirty="0"/>
              <a:t>, </a:t>
            </a:r>
            <a:r>
              <a:rPr lang="es-ES" dirty="0" err="1"/>
              <a:t>broker</a:t>
            </a:r>
            <a:r>
              <a:rPr lang="es-ES" dirty="0"/>
              <a:t> MQTT con </a:t>
            </a:r>
            <a:r>
              <a:rPr lang="es-ES" dirty="0" err="1"/>
              <a:t>QoS</a:t>
            </a:r>
            <a:r>
              <a:rPr lang="es-ES" dirty="0"/>
              <a:t> 2, y buffer offline de 24 horas.</a:t>
            </a:r>
          </a:p>
          <a:p>
            <a:r>
              <a:rPr lang="es-ES" dirty="0"/>
              <a:t>Los resultados incluyen 99.9% de mensajes entregados, latencia menor a 2 segundos en percentil 95, precisión de datos de más menos 2%, reconexión automática ante fallas, y trazabilidad completa con retención de 7 años cumpliendo normativa DGA.</a:t>
            </a:r>
          </a:p>
        </p:txBody>
      </p:sp>
    </p:spTree>
    <p:extLst>
      <p:ext uri="{BB962C8B-B14F-4D97-AF65-F5344CB8AC3E}">
        <p14:creationId xmlns:p14="http://schemas.microsoft.com/office/powerpoint/2010/main" val="30575060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2 de Plataforma Web se alcanza con aplicación full-</a:t>
            </a:r>
            <a:r>
              <a:rPr lang="es-ES" dirty="0" err="1"/>
              <a:t>stack</a:t>
            </a:r>
            <a:r>
              <a:rPr lang="es-ES" dirty="0"/>
              <a:t> React más Node.js, proporcionando dashboard en tiempo real, control remoto de compuertas, gestión de usuarios RBAC y reportes descargables.</a:t>
            </a:r>
          </a:p>
          <a:p>
            <a:r>
              <a:rPr lang="es-ES" dirty="0"/>
              <a:t>Los resultados incluyen actualización menor a 2 segundos, API con respuesta menor a 200 milisegundos en percentil 95, soporte para 10 usuarios concurrentes, tasa de éxito de comandos del 98%, y satisfacción de usuarios de 4.3 sobre 5.0 superando la meta de 4.0."</a:t>
            </a:r>
          </a:p>
          <a:p>
            <a:endParaRPr lang="es-CL" dirty="0"/>
          </a:p>
        </p:txBody>
      </p:sp>
    </p:spTree>
    <p:extLst>
      <p:ext uri="{BB962C8B-B14F-4D97-AF65-F5344CB8AC3E}">
        <p14:creationId xmlns:p14="http://schemas.microsoft.com/office/powerpoint/2010/main" val="41532905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3 de Seguridad Integral supera las metas con cifrado TLS 1.3, autenticación JWT, RBAC de tres niveles, y auditoría completa.</a:t>
            </a:r>
          </a:p>
          <a:p>
            <a:r>
              <a:rPr lang="es-ES" dirty="0"/>
              <a:t>Los resultados incluyen cero vulnerabilidades críticas o altas tras </a:t>
            </a:r>
            <a:r>
              <a:rPr lang="es-ES" dirty="0" err="1"/>
              <a:t>pentesting</a:t>
            </a:r>
            <a:r>
              <a:rPr lang="es-ES" dirty="0"/>
              <a:t> trimestral, cifrado AES-256 en reposo, auditoría del 100% de operaciones críticas con retención de 5 años, </a:t>
            </a:r>
            <a:r>
              <a:rPr lang="es-ES" dirty="0" err="1"/>
              <a:t>backup</a:t>
            </a:r>
            <a:r>
              <a:rPr lang="es-ES" dirty="0"/>
              <a:t> cada 4 horas con retención de 7 años, RTO menor a 4 horas y RPO menor a 1 minuto, y cumplimiento certificado de Ley 19.628 de protección de datos."</a:t>
            </a:r>
          </a:p>
          <a:p>
            <a:endParaRPr lang="es-CL" dirty="0"/>
          </a:p>
        </p:txBody>
      </p:sp>
    </p:spTree>
    <p:extLst>
      <p:ext uri="{BB962C8B-B14F-4D97-AF65-F5344CB8AC3E}">
        <p14:creationId xmlns:p14="http://schemas.microsoft.com/office/powerpoint/2010/main" val="26083939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objetivo 4 de Capacitación y Transferencia se logra con excelencia capacitando exitosamente a 15 a 20 operadores con 100% de aprobación en evaluación práctica.</a:t>
            </a:r>
          </a:p>
          <a:p>
            <a:r>
              <a:rPr lang="es-ES" dirty="0"/>
              <a:t>Los resultados incluyen autonomía operativa completa del cliente, tiempo de aprendizaje menor a 60 horas inferior al estándar de 80 horas, satisfacción de 4.5 sobre 5.0, transferencia completa de código fuente en repositorio Git con documentación técnica, y sistema de soporte con SLA diferenciados: críticos menores a 4 horas, altos menores a 24 horas, medios menores a 72 horas."</a:t>
            </a:r>
          </a:p>
          <a:p>
            <a:endParaRPr lang="es-CL" dirty="0"/>
          </a:p>
        </p:txBody>
      </p:sp>
    </p:spTree>
    <p:extLst>
      <p:ext uri="{BB962C8B-B14F-4D97-AF65-F5344CB8AC3E}">
        <p14:creationId xmlns:p14="http://schemas.microsoft.com/office/powerpoint/2010/main" val="5962942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En conclusión, el Sistema de Telemetría y Automatización cumple exitosamente los cuatro objetivos específicos, transformando la gestión manual de recursos hídricos hacia un modelo digital con disponibilidad del 99.5%, ROI del 361% en tres años, y eliminación del 90% de conflictos entre agricultores.</a:t>
            </a:r>
          </a:p>
          <a:p>
            <a:r>
              <a:rPr lang="es-ES" dirty="0"/>
              <a:t>Muchas gracias por su atención. Quedamos disponibles para responder sus preguntas."</a:t>
            </a:r>
          </a:p>
          <a:p>
            <a:endParaRPr lang="es-CL" dirty="0"/>
          </a:p>
        </p:txBody>
      </p:sp>
    </p:spTree>
    <p:extLst>
      <p:ext uri="{BB962C8B-B14F-4D97-AF65-F5344CB8AC3E}">
        <p14:creationId xmlns:p14="http://schemas.microsoft.com/office/powerpoint/2010/main" val="749677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Sin fondo">
    <p:spTree>
      <p:nvGrpSpPr>
        <p:cNvPr id="1" name=""/>
        <p:cNvGrpSpPr/>
        <p:nvPr/>
      </p:nvGrpSpPr>
      <p:grpSpPr>
        <a:xfrm>
          <a:off x="0" y="0"/>
          <a:ext cx="0" cy="0"/>
          <a:chOff x="0" y="0"/>
          <a:chExt cx="0" cy="0"/>
        </a:xfrm>
      </p:grpSpPr>
      <p:sp>
        <p:nvSpPr>
          <p:cNvPr id="12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Portada">
    <p:spTree>
      <p:nvGrpSpPr>
        <p:cNvPr id="1" name=""/>
        <p:cNvGrpSpPr/>
        <p:nvPr/>
      </p:nvGrpSpPr>
      <p:grpSpPr>
        <a:xfrm>
          <a:off x="0" y="0"/>
          <a:ext cx="0" cy="0"/>
          <a:chOff x="0" y="0"/>
          <a:chExt cx="0" cy="0"/>
        </a:xfrm>
      </p:grpSpPr>
      <p:pic>
        <p:nvPicPr>
          <p:cNvPr id="23" name="Logo Universidad INACAP-Hor-1.jpg" descr="Logo Universidad INACAP-Hor-1.jpg"/>
          <p:cNvPicPr>
            <a:picLocks noChangeAspect="1"/>
          </p:cNvPicPr>
          <p:nvPr userDrawn="1"/>
        </p:nvPicPr>
        <p:blipFill>
          <a:blip r:embed="rId2"/>
          <a:srcRect l="18403" t="43193" r="18403" b="43193"/>
          <a:stretch>
            <a:fillRect/>
          </a:stretch>
        </p:blipFill>
        <p:spPr>
          <a:xfrm>
            <a:off x="6951265" y="2254691"/>
            <a:ext cx="10481342" cy="1270001"/>
          </a:xfrm>
          <a:prstGeom prst="rect">
            <a:avLst/>
          </a:prstGeom>
          <a:ln w="12700">
            <a:miter lim="400000"/>
          </a:ln>
        </p:spPr>
      </p:pic>
      <p:sp>
        <p:nvSpPr>
          <p:cNvPr id="24" name="Rectángulo"/>
          <p:cNvSpPr/>
          <p:nvPr/>
        </p:nvSpPr>
        <p:spPr>
          <a:xfrm>
            <a:off x="5842000" y="2254691"/>
            <a:ext cx="12700000" cy="1270001"/>
          </a:xfrm>
          <a:prstGeom prst="rect">
            <a:avLst/>
          </a:prstGeom>
          <a:solidFill>
            <a:srgbClr val="FFFFFF"/>
          </a:solidFill>
          <a:ln w="12700" cap="flat">
            <a:noFill/>
            <a:miter lim="400000"/>
          </a:ln>
          <a:effectLst/>
        </p:spPr>
        <p:txBody>
          <a:bodyPr wrap="square" lIns="63500" tIns="63500" rIns="63500" bIns="63500" numCol="1" anchor="ctr">
            <a:noAutofit/>
          </a:bodyPr>
          <a:lstStyle/>
          <a:p>
            <a:pPr algn="ctr" defTabSz="457200">
              <a:defRPr sz="4000" b="1" spc="0">
                <a:solidFill>
                  <a:srgbClr val="FFFFFF"/>
                </a:solidFill>
                <a:latin typeface="+mn-lt"/>
                <a:ea typeface="+mn-ea"/>
                <a:cs typeface="+mn-cs"/>
                <a:sym typeface="Open Sans"/>
              </a:defRPr>
            </a:pPr>
            <a:endParaRPr/>
          </a:p>
        </p:txBody>
      </p:sp>
      <p:pic>
        <p:nvPicPr>
          <p:cNvPr id="25" name="INACAP_conbajada2.jpeg" descr="INACAP_conbajada2.jpeg"/>
          <p:cNvPicPr>
            <a:picLocks noChangeAspect="1"/>
          </p:cNvPicPr>
          <p:nvPr/>
        </p:nvPicPr>
        <p:blipFill rotWithShape="1">
          <a:blip r:embed="rId3"/>
          <a:srcRect l="53510" t="-813"/>
          <a:stretch/>
        </p:blipFill>
        <p:spPr>
          <a:xfrm>
            <a:off x="9837184" y="2244371"/>
            <a:ext cx="4709633" cy="1280321"/>
          </a:xfrm>
          <a:prstGeom prst="rect">
            <a:avLst/>
          </a:prstGeom>
          <a:ln w="12700" cap="flat">
            <a:noFill/>
            <a:miter lim="400000"/>
          </a:ln>
          <a:effectLst/>
        </p:spPr>
      </p:pic>
      <p:pic>
        <p:nvPicPr>
          <p:cNvPr id="27" name="Imagen 4" descr="Imagen 4"/>
          <p:cNvPicPr>
            <a:picLocks noChangeAspect="1"/>
          </p:cNvPicPr>
          <p:nvPr userDrawn="1"/>
        </p:nvPicPr>
        <p:blipFill>
          <a:blip r:embed="rId4"/>
          <a:srcRect b="88597"/>
          <a:stretch>
            <a:fillRect/>
          </a:stretch>
        </p:blipFill>
        <p:spPr>
          <a:xfrm>
            <a:off x="0" y="0"/>
            <a:ext cx="24384000" cy="1564008"/>
          </a:xfrm>
          <a:prstGeom prst="rect">
            <a:avLst/>
          </a:prstGeom>
          <a:ln w="12700">
            <a:miter lim="400000"/>
          </a:ln>
        </p:spPr>
      </p:pic>
      <p:sp>
        <p:nvSpPr>
          <p:cNvPr id="28" name="TÍTULO DE LA PRESENTACIÓN"/>
          <p:cNvSpPr txBox="1">
            <a:spLocks noGrp="1"/>
          </p:cNvSpPr>
          <p:nvPr userDrawn="1">
            <p:ph type="body" sz="quarter" idx="13"/>
          </p:nvPr>
        </p:nvSpPr>
        <p:spPr>
          <a:xfrm>
            <a:off x="3302000" y="5734619"/>
            <a:ext cx="17780000" cy="1732281"/>
          </a:xfrm>
          <a:prstGeom prst="rect">
            <a:avLst/>
          </a:prstGeom>
        </p:spPr>
        <p:txBody>
          <a:bodyPr anchor="b">
            <a:spAutoFit/>
          </a:bodyPr>
          <a:lstStyle/>
          <a:p>
            <a:pPr marL="0" indent="0" algn="ctr">
              <a:buSzTx/>
              <a:buFontTx/>
              <a:buNone/>
              <a:defRPr sz="9000" spc="-450">
                <a:solidFill>
                  <a:srgbClr val="5E5E5E"/>
                </a:solidFill>
                <a:latin typeface="+mn-lt"/>
                <a:ea typeface="+mn-ea"/>
                <a:cs typeface="+mn-cs"/>
                <a:sym typeface="Open Sans"/>
              </a:defRPr>
            </a:pPr>
            <a:r>
              <a:rPr>
                <a:latin typeface="Open Sans Light"/>
                <a:ea typeface="Open Sans Light"/>
                <a:cs typeface="Open Sans Light"/>
                <a:sym typeface="Open Sans Light"/>
              </a:rPr>
              <a:t>TÍTULO DE LA</a:t>
            </a:r>
            <a:r>
              <a:rPr b="1"/>
              <a:t> PRESENTACIÓN</a:t>
            </a:r>
          </a:p>
        </p:txBody>
      </p:sp>
      <p:sp>
        <p:nvSpPr>
          <p:cNvPr id="29" name="SUBTÍTULO DE LA PRESENTACIÓN"/>
          <p:cNvSpPr txBox="1">
            <a:spLocks noGrp="1"/>
          </p:cNvSpPr>
          <p:nvPr userDrawn="1">
            <p:ph type="body" sz="quarter" idx="14"/>
          </p:nvPr>
        </p:nvSpPr>
        <p:spPr>
          <a:xfrm>
            <a:off x="3302000" y="7252400"/>
            <a:ext cx="17780000" cy="728981"/>
          </a:xfrm>
          <a:prstGeom prst="rect">
            <a:avLst/>
          </a:prstGeom>
        </p:spPr>
        <p:txBody>
          <a:bodyPr>
            <a:spAutoFit/>
          </a:bodyPr>
          <a:lstStyle>
            <a:lvl1pPr marL="0" indent="0" algn="ctr">
              <a:buSzTx/>
              <a:buFontTx/>
              <a:buNone/>
              <a:defRPr sz="3200" spc="-160"/>
            </a:lvl1pPr>
          </a:lstStyle>
          <a:p>
            <a:r>
              <a:t>SUBTÍTULO DE LA PRESENTACIÓN</a:t>
            </a:r>
          </a:p>
        </p:txBody>
      </p:sp>
      <p:sp>
        <p:nvSpPr>
          <p:cNvPr id="30" name="Mes 2018…"/>
          <p:cNvSpPr txBox="1">
            <a:spLocks noGrp="1"/>
          </p:cNvSpPr>
          <p:nvPr userDrawn="1">
            <p:ph type="body" sz="quarter" idx="15"/>
          </p:nvPr>
        </p:nvSpPr>
        <p:spPr>
          <a:xfrm>
            <a:off x="7536646" y="10865732"/>
            <a:ext cx="9310708" cy="1224281"/>
          </a:xfrm>
          <a:prstGeom prst="rect">
            <a:avLst/>
          </a:prstGeom>
        </p:spPr>
        <p:txBody>
          <a:bodyPr wrap="none">
            <a:spAutoFit/>
          </a:bodyPr>
          <a:lstStyle/>
          <a:p>
            <a:pPr marL="0" indent="0" algn="ctr">
              <a:buSzTx/>
              <a:buFontTx/>
              <a:buNone/>
            </a:pPr>
            <a:r>
              <a:t>Mes 2018</a:t>
            </a:r>
          </a:p>
          <a:p>
            <a:pPr marL="0" indent="0" algn="ctr">
              <a:buSzTx/>
              <a:buFontTx/>
              <a:buNone/>
            </a:pPr>
            <a:r>
              <a:t>Vicerrectoría de Vinculación con el Medio y Comunicaciones</a:t>
            </a:r>
          </a:p>
        </p:txBody>
      </p:sp>
      <p:pic>
        <p:nvPicPr>
          <p:cNvPr id="31" name="Imagen 4" descr="Imagen 4"/>
          <p:cNvPicPr>
            <a:picLocks noChangeAspect="1"/>
          </p:cNvPicPr>
          <p:nvPr userDrawn="1"/>
        </p:nvPicPr>
        <p:blipFill>
          <a:blip r:embed="rId4"/>
          <a:srcRect t="97742"/>
          <a:stretch>
            <a:fillRect/>
          </a:stretch>
        </p:blipFill>
        <p:spPr>
          <a:xfrm>
            <a:off x="0" y="13406397"/>
            <a:ext cx="24384000" cy="309603"/>
          </a:xfrm>
          <a:prstGeom prst="rect">
            <a:avLst/>
          </a:prstGeom>
          <a:ln w="12700">
            <a:miter lim="400000"/>
          </a:ln>
        </p:spPr>
      </p:pic>
      <p:sp>
        <p:nvSpPr>
          <p:cNvPr id="32" name="Número de diapositiva"/>
          <p:cNvSpPr txBox="1">
            <a:spLocks noGrp="1"/>
          </p:cNvSpPr>
          <p:nvPr userDrawn="1">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57907082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Índice">
    <p:spTree>
      <p:nvGrpSpPr>
        <p:cNvPr id="1" name=""/>
        <p:cNvGrpSpPr/>
        <p:nvPr/>
      </p:nvGrpSpPr>
      <p:grpSpPr>
        <a:xfrm>
          <a:off x="0" y="0"/>
          <a:ext cx="0" cy="0"/>
          <a:chOff x="0" y="0"/>
          <a:chExt cx="0" cy="0"/>
        </a:xfrm>
      </p:grpSpPr>
      <p:sp>
        <p:nvSpPr>
          <p:cNvPr id="39" name="CONTENIDO"/>
          <p:cNvSpPr txBox="1">
            <a:spLocks noGrp="1"/>
          </p:cNvSpPr>
          <p:nvPr>
            <p:ph type="body" sz="quarter" idx="13"/>
          </p:nvPr>
        </p:nvSpPr>
        <p:spPr>
          <a:xfrm>
            <a:off x="1280258" y="5925936"/>
            <a:ext cx="7617172" cy="1224281"/>
          </a:xfrm>
          <a:prstGeom prst="rect">
            <a:avLst/>
          </a:prstGeom>
        </p:spPr>
        <p:txBody>
          <a:bodyPr anchor="b">
            <a:spAutoFit/>
          </a:bodyPr>
          <a:lstStyle>
            <a:lvl1pPr marL="0" indent="0" algn="r">
              <a:buSzTx/>
              <a:buFontTx/>
              <a:buNone/>
              <a:defRPr sz="6000" spc="-300"/>
            </a:lvl1pPr>
          </a:lstStyle>
          <a:p>
            <a:r>
              <a:t>CONTENIDO</a:t>
            </a:r>
          </a:p>
        </p:txBody>
      </p:sp>
      <p:sp>
        <p:nvSpPr>
          <p:cNvPr id="40" name="Contenido uno: lorem ipsum dolor sit amet…"/>
          <p:cNvSpPr txBox="1">
            <a:spLocks noGrp="1"/>
          </p:cNvSpPr>
          <p:nvPr>
            <p:ph type="body" sz="quarter" idx="14"/>
          </p:nvPr>
        </p:nvSpPr>
        <p:spPr>
          <a:xfrm>
            <a:off x="9904451" y="4560686"/>
            <a:ext cx="11430001" cy="3954781"/>
          </a:xfrm>
          <a:prstGeom prst="rect">
            <a:avLst/>
          </a:prstGeom>
        </p:spPr>
        <p:txBody>
          <a:bodyPr anchor="ctr">
            <a:spAutoFit/>
          </a:bodyPr>
          <a:lstStyle/>
          <a:p>
            <a:pPr marL="761999" indent="-761999">
              <a:lnSpc>
                <a:spcPct val="110000"/>
              </a:lnSpc>
              <a:buFontTx/>
              <a:buAutoNum type="arabicPeriod"/>
              <a:defRPr sz="4000" spc="-200"/>
            </a:pPr>
            <a:r>
              <a:t>Contenido uno: lorem ipsum dolor sit amet</a:t>
            </a:r>
          </a:p>
          <a:p>
            <a:pPr marL="761999" indent="-761999">
              <a:lnSpc>
                <a:spcPct val="110000"/>
              </a:lnSpc>
              <a:buFontTx/>
              <a:buAutoNum type="arabicPeriod"/>
              <a:defRPr sz="4000" spc="-200"/>
            </a:pPr>
            <a:r>
              <a:t>Contenido dos: lorem ipsum dolor sit amet</a:t>
            </a:r>
          </a:p>
          <a:p>
            <a:pPr marL="761999" indent="-761999">
              <a:lnSpc>
                <a:spcPct val="110000"/>
              </a:lnSpc>
              <a:buFontTx/>
              <a:buAutoNum type="arabicPeriod"/>
              <a:defRPr sz="4000" spc="-200"/>
            </a:pPr>
            <a:r>
              <a:t>Contenido tres: lorem ipsum dolor sit amet</a:t>
            </a:r>
          </a:p>
          <a:p>
            <a:pPr marL="761999" indent="-761999">
              <a:lnSpc>
                <a:spcPct val="110000"/>
              </a:lnSpc>
              <a:buFontTx/>
              <a:buAutoNum type="arabicPeriod"/>
              <a:defRPr sz="4000" spc="-200"/>
            </a:pPr>
            <a:r>
              <a:t>Contenido cuatro: lorem ipsum dolor sit amet</a:t>
            </a:r>
          </a:p>
          <a:p>
            <a:pPr marL="761999" indent="-761999">
              <a:lnSpc>
                <a:spcPct val="110000"/>
              </a:lnSpc>
              <a:buFontTx/>
              <a:buAutoNum type="arabicPeriod"/>
              <a:defRPr sz="4000" spc="-200"/>
            </a:pPr>
            <a:r>
              <a:t>Contenido cinco: lorem ipsum dolor sit amet</a:t>
            </a:r>
          </a:p>
        </p:txBody>
      </p:sp>
      <p:sp>
        <p:nvSpPr>
          <p:cNvPr id="4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409334217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ntenido">
    <p:spTree>
      <p:nvGrpSpPr>
        <p:cNvPr id="1" name=""/>
        <p:cNvGrpSpPr/>
        <p:nvPr/>
      </p:nvGrpSpPr>
      <p:grpSpPr>
        <a:xfrm>
          <a:off x="0" y="0"/>
          <a:ext cx="0" cy="0"/>
          <a:chOff x="0" y="0"/>
          <a:chExt cx="0" cy="0"/>
        </a:xfrm>
      </p:grpSpPr>
      <p:sp>
        <p:nvSpPr>
          <p:cNvPr id="70" name="Título de la diapositiva…"/>
          <p:cNvSpPr txBox="1">
            <a:spLocks noGrp="1"/>
          </p:cNvSpPr>
          <p:nvPr>
            <p:ph type="body" sz="quarter" idx="13"/>
          </p:nvPr>
        </p:nvSpPr>
        <p:spPr>
          <a:xfrm>
            <a:off x="1278379" y="1272465"/>
            <a:ext cx="16981241" cy="1922781"/>
          </a:xfrm>
          <a:prstGeom prst="rect">
            <a:avLst/>
          </a:prstGeom>
        </p:spPr>
        <p:txBody>
          <a:bodyPr>
            <a:spAutoFit/>
          </a:bodyPr>
          <a:lstStyle/>
          <a:p>
            <a:pPr marL="0" indent="0">
              <a:buSzTx/>
              <a:buFontTx/>
              <a:buNone/>
              <a:defRPr sz="6000" spc="-300"/>
            </a:pPr>
            <a:r>
              <a:t>Título de la diapositiva</a:t>
            </a:r>
          </a:p>
          <a:p>
            <a:pPr marL="0" indent="0">
              <a:buSzTx/>
              <a:buFontTx/>
              <a:buNone/>
              <a:defRPr sz="4000" spc="-200"/>
            </a:pPr>
            <a:r>
              <a:t>Subtítulo de la diapositiva</a:t>
            </a:r>
          </a:p>
        </p:txBody>
      </p:sp>
      <p:grpSp>
        <p:nvGrpSpPr>
          <p:cNvPr id="73" name="Grupo"/>
          <p:cNvGrpSpPr/>
          <p:nvPr/>
        </p:nvGrpSpPr>
        <p:grpSpPr>
          <a:xfrm>
            <a:off x="0" y="0"/>
            <a:ext cx="24384000" cy="574931"/>
            <a:chOff x="0" y="0"/>
            <a:chExt cx="24384000" cy="574930"/>
          </a:xfrm>
        </p:grpSpPr>
        <p:pic>
          <p:nvPicPr>
            <p:cNvPr id="71" name="Imagen 4" descr="Imagen 4"/>
            <p:cNvPicPr>
              <a:picLocks noChangeAspect="1"/>
            </p:cNvPicPr>
            <p:nvPr/>
          </p:nvPicPr>
          <p:blipFill>
            <a:blip r:embed="rId2"/>
            <a:srcRect b="96263"/>
            <a:stretch>
              <a:fillRect/>
            </a:stretch>
          </p:blipFill>
          <p:spPr>
            <a:xfrm>
              <a:off x="0" y="0"/>
              <a:ext cx="24384000" cy="512560"/>
            </a:xfrm>
            <a:prstGeom prst="rect">
              <a:avLst/>
            </a:prstGeom>
            <a:ln w="12700" cap="flat">
              <a:noFill/>
              <a:miter lim="400000"/>
            </a:ln>
            <a:effectLst/>
          </p:spPr>
        </p:pic>
        <p:sp>
          <p:nvSpPr>
            <p:cNvPr id="72" name="Rectángulo"/>
            <p:cNvSpPr/>
            <p:nvPr/>
          </p:nvSpPr>
          <p:spPr>
            <a:xfrm>
              <a:off x="975290" y="279680"/>
              <a:ext cx="4186137" cy="295251"/>
            </a:xfrm>
            <a:prstGeom prst="rect">
              <a:avLst/>
            </a:prstGeom>
            <a:solidFill>
              <a:srgbClr val="FFFFFF"/>
            </a:solidFill>
            <a:ln w="12700" cap="flat">
              <a:noFill/>
              <a:miter lim="400000"/>
            </a:ln>
            <a:effectLst/>
          </p:spPr>
          <p:txBody>
            <a:bodyPr wrap="square" lIns="91439" tIns="91439" rIns="91439" bIns="91439" numCol="1" anchor="ctr">
              <a:noAutofit/>
            </a:bodyPr>
            <a:lstStyle/>
            <a:p>
              <a:endParaRPr/>
            </a:p>
          </p:txBody>
        </p:sp>
      </p:grpSp>
      <p:grpSp>
        <p:nvGrpSpPr>
          <p:cNvPr id="76" name="Grupo"/>
          <p:cNvGrpSpPr/>
          <p:nvPr/>
        </p:nvGrpSpPr>
        <p:grpSpPr>
          <a:xfrm>
            <a:off x="0" y="12813001"/>
            <a:ext cx="24384000" cy="902999"/>
            <a:chOff x="0" y="0"/>
            <a:chExt cx="24384000" cy="902998"/>
          </a:xfrm>
        </p:grpSpPr>
        <p:pic>
          <p:nvPicPr>
            <p:cNvPr id="74" name="Imagen 4" descr="Imagen 4"/>
            <p:cNvPicPr>
              <a:picLocks noChangeAspect="1"/>
            </p:cNvPicPr>
            <p:nvPr/>
          </p:nvPicPr>
          <p:blipFill>
            <a:blip r:embed="rId2"/>
            <a:srcRect t="93457"/>
            <a:stretch>
              <a:fillRect/>
            </a:stretch>
          </p:blipFill>
          <p:spPr>
            <a:xfrm>
              <a:off x="0" y="5601"/>
              <a:ext cx="24384000" cy="897398"/>
            </a:xfrm>
            <a:prstGeom prst="rect">
              <a:avLst/>
            </a:prstGeom>
            <a:ln w="12700" cap="flat">
              <a:noFill/>
              <a:miter lim="400000"/>
            </a:ln>
            <a:effectLst/>
          </p:spPr>
        </p:pic>
        <p:sp>
          <p:nvSpPr>
            <p:cNvPr id="75" name="Rectángulo"/>
            <p:cNvSpPr/>
            <p:nvPr/>
          </p:nvSpPr>
          <p:spPr>
            <a:xfrm>
              <a:off x="19495884" y="0"/>
              <a:ext cx="4234273" cy="375466"/>
            </a:xfrm>
            <a:prstGeom prst="rect">
              <a:avLst/>
            </a:prstGeom>
            <a:solidFill>
              <a:srgbClr val="FFFFFF"/>
            </a:solidFill>
            <a:ln w="12700" cap="flat">
              <a:noFill/>
              <a:miter lim="400000"/>
            </a:ln>
            <a:effectLst/>
          </p:spPr>
          <p:txBody>
            <a:bodyPr wrap="square" lIns="91439" tIns="91439" rIns="91439" bIns="91439" numCol="1" anchor="ctr">
              <a:noAutofit/>
            </a:bodyPr>
            <a:lstStyle/>
            <a:p>
              <a:endParaRPr/>
            </a:p>
          </p:txBody>
        </p:sp>
      </p:grpSp>
      <p:sp>
        <p:nvSpPr>
          <p:cNvPr id="8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pic>
        <p:nvPicPr>
          <p:cNvPr id="15" name="INACAP_conbajada2.jpeg" descr="INACAP_conbajada2.jpeg">
            <a:extLst>
              <a:ext uri="{FF2B5EF4-FFF2-40B4-BE49-F238E27FC236}">
                <a16:creationId xmlns:a16="http://schemas.microsoft.com/office/drawing/2014/main" id="{243BB218-5DAB-3D4A-B21E-06A559B87690}"/>
              </a:ext>
            </a:extLst>
          </p:cNvPr>
          <p:cNvPicPr>
            <a:picLocks noChangeAspect="1"/>
          </p:cNvPicPr>
          <p:nvPr userDrawn="1"/>
        </p:nvPicPr>
        <p:blipFill rotWithShape="1">
          <a:blip r:embed="rId3"/>
          <a:srcRect l="52786"/>
          <a:stretch/>
        </p:blipFill>
        <p:spPr>
          <a:xfrm>
            <a:off x="21335999" y="12439441"/>
            <a:ext cx="2152355" cy="571501"/>
          </a:xfrm>
          <a:prstGeom prst="rect">
            <a:avLst/>
          </a:prstGeom>
          <a:ln w="12700" cap="flat">
            <a:noFill/>
            <a:miter lim="400000"/>
          </a:ln>
          <a:effectLst/>
        </p:spPr>
      </p:pic>
    </p:spTree>
    <p:extLst>
      <p:ext uri="{BB962C8B-B14F-4D97-AF65-F5344CB8AC3E}">
        <p14:creationId xmlns:p14="http://schemas.microsoft.com/office/powerpoint/2010/main" val="3429568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ntenido con foto">
    <p:spTree>
      <p:nvGrpSpPr>
        <p:cNvPr id="1" name=""/>
        <p:cNvGrpSpPr/>
        <p:nvPr/>
      </p:nvGrpSpPr>
      <p:grpSpPr>
        <a:xfrm>
          <a:off x="0" y="0"/>
          <a:ext cx="0" cy="0"/>
          <a:chOff x="0" y="0"/>
          <a:chExt cx="0" cy="0"/>
        </a:xfrm>
      </p:grpSpPr>
      <p:grpSp>
        <p:nvGrpSpPr>
          <p:cNvPr id="90" name="Grupo"/>
          <p:cNvGrpSpPr/>
          <p:nvPr/>
        </p:nvGrpSpPr>
        <p:grpSpPr>
          <a:xfrm>
            <a:off x="0" y="12813001"/>
            <a:ext cx="24384000" cy="902999"/>
            <a:chOff x="0" y="0"/>
            <a:chExt cx="24384000" cy="902998"/>
          </a:xfrm>
        </p:grpSpPr>
        <p:pic>
          <p:nvPicPr>
            <p:cNvPr id="88" name="Imagen 4" descr="Imagen 4"/>
            <p:cNvPicPr>
              <a:picLocks noChangeAspect="1"/>
            </p:cNvPicPr>
            <p:nvPr/>
          </p:nvPicPr>
          <p:blipFill>
            <a:blip r:embed="rId2"/>
            <a:srcRect t="93457"/>
            <a:stretch>
              <a:fillRect/>
            </a:stretch>
          </p:blipFill>
          <p:spPr>
            <a:xfrm>
              <a:off x="0" y="5601"/>
              <a:ext cx="24384000" cy="897398"/>
            </a:xfrm>
            <a:prstGeom prst="rect">
              <a:avLst/>
            </a:prstGeom>
            <a:ln w="12700" cap="flat">
              <a:noFill/>
              <a:miter lim="400000"/>
            </a:ln>
            <a:effectLst/>
          </p:spPr>
        </p:pic>
        <p:sp>
          <p:nvSpPr>
            <p:cNvPr id="89" name="Rectángulo"/>
            <p:cNvSpPr/>
            <p:nvPr/>
          </p:nvSpPr>
          <p:spPr>
            <a:xfrm>
              <a:off x="19495884" y="0"/>
              <a:ext cx="4234273" cy="375466"/>
            </a:xfrm>
            <a:prstGeom prst="rect">
              <a:avLst/>
            </a:prstGeom>
            <a:solidFill>
              <a:srgbClr val="FFFFFF"/>
            </a:solidFill>
            <a:ln w="12700" cap="flat">
              <a:noFill/>
              <a:miter lim="400000"/>
            </a:ln>
            <a:effectLst/>
          </p:spPr>
          <p:txBody>
            <a:bodyPr wrap="square" lIns="91439" tIns="91439" rIns="91439" bIns="91439" numCol="1" anchor="ctr">
              <a:noAutofit/>
            </a:bodyPr>
            <a:lstStyle/>
            <a:p>
              <a:endParaRPr/>
            </a:p>
          </p:txBody>
        </p:sp>
      </p:grpSp>
      <p:grpSp>
        <p:nvGrpSpPr>
          <p:cNvPr id="93" name="Grupo"/>
          <p:cNvGrpSpPr/>
          <p:nvPr/>
        </p:nvGrpSpPr>
        <p:grpSpPr>
          <a:xfrm>
            <a:off x="0" y="0"/>
            <a:ext cx="24384000" cy="574931"/>
            <a:chOff x="0" y="0"/>
            <a:chExt cx="24384000" cy="574930"/>
          </a:xfrm>
        </p:grpSpPr>
        <p:pic>
          <p:nvPicPr>
            <p:cNvPr id="91" name="Imagen 4" descr="Imagen 4"/>
            <p:cNvPicPr>
              <a:picLocks noChangeAspect="1"/>
            </p:cNvPicPr>
            <p:nvPr/>
          </p:nvPicPr>
          <p:blipFill>
            <a:blip r:embed="rId2"/>
            <a:srcRect b="96263"/>
            <a:stretch>
              <a:fillRect/>
            </a:stretch>
          </p:blipFill>
          <p:spPr>
            <a:xfrm>
              <a:off x="0" y="0"/>
              <a:ext cx="24384000" cy="512560"/>
            </a:xfrm>
            <a:prstGeom prst="rect">
              <a:avLst/>
            </a:prstGeom>
            <a:ln w="12700" cap="flat">
              <a:noFill/>
              <a:miter lim="400000"/>
            </a:ln>
            <a:effectLst/>
          </p:spPr>
        </p:pic>
        <p:sp>
          <p:nvSpPr>
            <p:cNvPr id="92" name="Rectángulo"/>
            <p:cNvSpPr/>
            <p:nvPr/>
          </p:nvSpPr>
          <p:spPr>
            <a:xfrm>
              <a:off x="975290" y="279680"/>
              <a:ext cx="4186137" cy="295251"/>
            </a:xfrm>
            <a:prstGeom prst="rect">
              <a:avLst/>
            </a:prstGeom>
            <a:solidFill>
              <a:srgbClr val="FFFFFF"/>
            </a:solidFill>
            <a:ln w="12700" cap="flat">
              <a:noFill/>
              <a:miter lim="400000"/>
            </a:ln>
            <a:effectLst/>
          </p:spPr>
          <p:txBody>
            <a:bodyPr wrap="square" lIns="91439" tIns="91439" rIns="91439" bIns="91439" numCol="1" anchor="ctr">
              <a:noAutofit/>
            </a:bodyPr>
            <a:lstStyle/>
            <a:p>
              <a:endParaRPr/>
            </a:p>
          </p:txBody>
        </p:sp>
      </p:grpSp>
      <p:sp>
        <p:nvSpPr>
          <p:cNvPr id="94" name="Rectángulo"/>
          <p:cNvSpPr/>
          <p:nvPr/>
        </p:nvSpPr>
        <p:spPr>
          <a:xfrm>
            <a:off x="-88900" y="-63500"/>
            <a:ext cx="9029700" cy="13500100"/>
          </a:xfrm>
          <a:prstGeom prst="rect">
            <a:avLst/>
          </a:prstGeom>
          <a:solidFill>
            <a:schemeClr val="accent3">
              <a:lumOff val="-12941"/>
            </a:schemeClr>
          </a:solidFill>
          <a:ln w="12700">
            <a:miter lim="400000"/>
          </a:ln>
        </p:spPr>
        <p:txBody>
          <a:bodyPr lIns="63500" tIns="63500" rIns="63500" bIns="63500" anchor="ctr"/>
          <a:lstStyle/>
          <a:p>
            <a:pPr algn="ctr" defTabSz="457200">
              <a:defRPr sz="4000" b="1" spc="0">
                <a:solidFill>
                  <a:srgbClr val="FFFFFF"/>
                </a:solidFill>
                <a:latin typeface="+mn-lt"/>
                <a:ea typeface="+mn-ea"/>
                <a:cs typeface="+mn-cs"/>
                <a:sym typeface="Open Sans"/>
              </a:defRPr>
            </a:pPr>
            <a:endParaRPr/>
          </a:p>
        </p:txBody>
      </p:sp>
      <p:sp>
        <p:nvSpPr>
          <p:cNvPr id="95" name="Imagen"/>
          <p:cNvSpPr>
            <a:spLocks noGrp="1"/>
          </p:cNvSpPr>
          <p:nvPr>
            <p:ph type="pic" sz="half" idx="13"/>
          </p:nvPr>
        </p:nvSpPr>
        <p:spPr>
          <a:xfrm>
            <a:off x="-82770" y="-59212"/>
            <a:ext cx="9029743" cy="13503154"/>
          </a:xfrm>
          <a:prstGeom prst="rect">
            <a:avLst/>
          </a:prstGeom>
          <a:ln w="12700"/>
        </p:spPr>
        <p:txBody>
          <a:bodyPr tIns="45719" bIns="45719">
            <a:noAutofit/>
          </a:bodyPr>
          <a:lstStyle/>
          <a:p>
            <a:endParaRPr/>
          </a:p>
        </p:txBody>
      </p:sp>
      <p:sp>
        <p:nvSpPr>
          <p:cNvPr id="97" name="Título de la diapositiva…"/>
          <p:cNvSpPr txBox="1">
            <a:spLocks noGrp="1"/>
          </p:cNvSpPr>
          <p:nvPr>
            <p:ph type="body" sz="quarter" idx="14"/>
          </p:nvPr>
        </p:nvSpPr>
        <p:spPr>
          <a:xfrm>
            <a:off x="10214434" y="3750886"/>
            <a:ext cx="11430001" cy="1922781"/>
          </a:xfrm>
          <a:prstGeom prst="rect">
            <a:avLst/>
          </a:prstGeom>
        </p:spPr>
        <p:txBody>
          <a:bodyPr anchor="b">
            <a:spAutoFit/>
          </a:bodyPr>
          <a:lstStyle/>
          <a:p>
            <a:pPr marL="0" indent="0">
              <a:buSzTx/>
              <a:buFontTx/>
              <a:buNone/>
              <a:defRPr sz="6000" b="1" spc="-300">
                <a:latin typeface="+mn-lt"/>
                <a:ea typeface="+mn-ea"/>
                <a:cs typeface="+mn-cs"/>
                <a:sym typeface="Open Sans"/>
              </a:defRPr>
            </a:pPr>
            <a:r>
              <a:t>Título de la diapositiva</a:t>
            </a:r>
          </a:p>
          <a:p>
            <a:pPr marL="0" indent="0">
              <a:buSzTx/>
              <a:buFontTx/>
              <a:buNone/>
              <a:defRPr sz="4000" spc="-200"/>
            </a:pPr>
            <a:r>
              <a:t>Subtítulo de la diapositiva</a:t>
            </a:r>
          </a:p>
        </p:txBody>
      </p:sp>
      <p:sp>
        <p:nvSpPr>
          <p:cNvPr id="98"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sz="quarter" idx="15"/>
          </p:nvPr>
        </p:nvSpPr>
        <p:spPr>
          <a:xfrm>
            <a:off x="10214434" y="6104221"/>
            <a:ext cx="11430001" cy="3307081"/>
          </a:xfrm>
          <a:prstGeom prst="rect">
            <a:avLst/>
          </a:prstGeom>
        </p:spPr>
        <p:txBody>
          <a:bodyPr>
            <a:spAutoFit/>
          </a:bodyPr>
          <a:lstStyle>
            <a:lvl1pPr marL="0" indent="0">
              <a:buSzTx/>
              <a:buFontTx/>
              <a:buNone/>
            </a:lvl1pPr>
          </a:lstStyle>
          <a:p>
            <a:r>
              <a:t>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a:t>
            </a:r>
          </a:p>
        </p:txBody>
      </p:sp>
      <p:sp>
        <p:nvSpPr>
          <p:cNvPr id="10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pic>
        <p:nvPicPr>
          <p:cNvPr id="18" name="INACAP_conbajada2.jpeg" descr="INACAP_conbajada2.jpeg">
            <a:extLst>
              <a:ext uri="{FF2B5EF4-FFF2-40B4-BE49-F238E27FC236}">
                <a16:creationId xmlns:a16="http://schemas.microsoft.com/office/drawing/2014/main" id="{BDE9EC1C-B96C-8D40-BC50-7F2ED76565A0}"/>
              </a:ext>
            </a:extLst>
          </p:cNvPr>
          <p:cNvPicPr>
            <a:picLocks noChangeAspect="1"/>
          </p:cNvPicPr>
          <p:nvPr userDrawn="1"/>
        </p:nvPicPr>
        <p:blipFill rotWithShape="1">
          <a:blip r:embed="rId3"/>
          <a:srcRect l="52786"/>
          <a:stretch/>
        </p:blipFill>
        <p:spPr>
          <a:xfrm>
            <a:off x="21335999" y="12439441"/>
            <a:ext cx="2152355" cy="571501"/>
          </a:xfrm>
          <a:prstGeom prst="rect">
            <a:avLst/>
          </a:prstGeom>
          <a:ln w="12700" cap="flat">
            <a:noFill/>
            <a:miter lim="400000"/>
          </a:ln>
          <a:effectLst/>
        </p:spPr>
      </p:pic>
    </p:spTree>
    <p:extLst>
      <p:ext uri="{BB962C8B-B14F-4D97-AF65-F5344CB8AC3E}">
        <p14:creationId xmlns:p14="http://schemas.microsoft.com/office/powerpoint/2010/main" val="54246344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upo"/>
          <p:cNvGrpSpPr/>
          <p:nvPr/>
        </p:nvGrpSpPr>
        <p:grpSpPr>
          <a:xfrm>
            <a:off x="0" y="0"/>
            <a:ext cx="24384000" cy="574931"/>
            <a:chOff x="0" y="0"/>
            <a:chExt cx="24384000" cy="574930"/>
          </a:xfrm>
        </p:grpSpPr>
        <p:pic>
          <p:nvPicPr>
            <p:cNvPr id="3" name="Imagen 4" descr="Imagen 4"/>
            <p:cNvPicPr>
              <a:picLocks noChangeAspect="1"/>
            </p:cNvPicPr>
            <p:nvPr/>
          </p:nvPicPr>
          <p:blipFill>
            <a:blip r:embed="rId7"/>
            <a:srcRect b="96263"/>
            <a:stretch>
              <a:fillRect/>
            </a:stretch>
          </p:blipFill>
          <p:spPr>
            <a:xfrm>
              <a:off x="0" y="0"/>
              <a:ext cx="24384000" cy="512560"/>
            </a:xfrm>
            <a:prstGeom prst="rect">
              <a:avLst/>
            </a:prstGeom>
            <a:ln w="12700" cap="flat">
              <a:noFill/>
              <a:miter lim="400000"/>
            </a:ln>
            <a:effectLst/>
          </p:spPr>
        </p:pic>
        <p:sp>
          <p:nvSpPr>
            <p:cNvPr id="4" name="Rectángulo"/>
            <p:cNvSpPr/>
            <p:nvPr/>
          </p:nvSpPr>
          <p:spPr>
            <a:xfrm>
              <a:off x="975290" y="279680"/>
              <a:ext cx="4186137" cy="295251"/>
            </a:xfrm>
            <a:prstGeom prst="rect">
              <a:avLst/>
            </a:prstGeom>
            <a:solidFill>
              <a:srgbClr val="FFFFFF"/>
            </a:solidFill>
            <a:ln w="12700" cap="flat">
              <a:noFill/>
              <a:miter lim="400000"/>
            </a:ln>
            <a:effectLst/>
          </p:spPr>
          <p:txBody>
            <a:bodyPr wrap="square" lIns="91439" tIns="91439" rIns="91439" bIns="91439" numCol="1" anchor="ctr">
              <a:noAutofit/>
            </a:bodyPr>
            <a:lstStyle/>
            <a:p>
              <a:endParaRPr/>
            </a:p>
          </p:txBody>
        </p:sp>
      </p:grpSp>
      <p:grpSp>
        <p:nvGrpSpPr>
          <p:cNvPr id="8" name="Grupo"/>
          <p:cNvGrpSpPr/>
          <p:nvPr/>
        </p:nvGrpSpPr>
        <p:grpSpPr>
          <a:xfrm>
            <a:off x="0" y="12813001"/>
            <a:ext cx="24384000" cy="902999"/>
            <a:chOff x="0" y="0"/>
            <a:chExt cx="24384000" cy="902998"/>
          </a:xfrm>
        </p:grpSpPr>
        <p:pic>
          <p:nvPicPr>
            <p:cNvPr id="6" name="Imagen 4" descr="Imagen 4"/>
            <p:cNvPicPr>
              <a:picLocks noChangeAspect="1"/>
            </p:cNvPicPr>
            <p:nvPr/>
          </p:nvPicPr>
          <p:blipFill>
            <a:blip r:embed="rId7"/>
            <a:srcRect t="93457"/>
            <a:stretch>
              <a:fillRect/>
            </a:stretch>
          </p:blipFill>
          <p:spPr>
            <a:xfrm>
              <a:off x="0" y="5601"/>
              <a:ext cx="24384000" cy="897398"/>
            </a:xfrm>
            <a:prstGeom prst="rect">
              <a:avLst/>
            </a:prstGeom>
            <a:ln w="12700" cap="flat">
              <a:noFill/>
              <a:miter lim="400000"/>
            </a:ln>
            <a:effectLst/>
          </p:spPr>
        </p:pic>
        <p:sp>
          <p:nvSpPr>
            <p:cNvPr id="7" name="Rectángulo"/>
            <p:cNvSpPr/>
            <p:nvPr/>
          </p:nvSpPr>
          <p:spPr>
            <a:xfrm>
              <a:off x="19495884" y="0"/>
              <a:ext cx="4234273" cy="375466"/>
            </a:xfrm>
            <a:prstGeom prst="rect">
              <a:avLst/>
            </a:prstGeom>
            <a:solidFill>
              <a:srgbClr val="FFFFFF"/>
            </a:solidFill>
            <a:ln w="12700" cap="flat">
              <a:noFill/>
              <a:miter lim="400000"/>
            </a:ln>
            <a:effectLst/>
          </p:spPr>
          <p:txBody>
            <a:bodyPr wrap="square" lIns="91439" tIns="91439" rIns="91439" bIns="91439" numCol="1" anchor="ctr">
              <a:noAutofit/>
            </a:bodyPr>
            <a:lstStyle/>
            <a:p>
              <a:endParaRPr/>
            </a:p>
          </p:txBody>
        </p:sp>
      </p:grpSp>
      <p:sp>
        <p:nvSpPr>
          <p:cNvPr id="9" name="Línea"/>
          <p:cNvSpPr/>
          <p:nvPr/>
        </p:nvSpPr>
        <p:spPr>
          <a:xfrm>
            <a:off x="7488570" y="7111328"/>
            <a:ext cx="1275619" cy="1"/>
          </a:xfrm>
          <a:prstGeom prst="line">
            <a:avLst/>
          </a:prstGeom>
          <a:ln w="25400">
            <a:solidFill>
              <a:srgbClr val="DF2427"/>
            </a:solidFill>
            <a:miter/>
          </a:ln>
        </p:spPr>
        <p:txBody>
          <a:bodyPr tIns="91439" bIns="91439"/>
          <a:lstStyle/>
          <a:p>
            <a:endParaRPr/>
          </a:p>
        </p:txBody>
      </p:sp>
      <p:pic>
        <p:nvPicPr>
          <p:cNvPr id="12" name="INACAP_conbajada2.jpeg" descr="INACAP_conbajada2.jpeg"/>
          <p:cNvPicPr>
            <a:picLocks noChangeAspect="1"/>
          </p:cNvPicPr>
          <p:nvPr/>
        </p:nvPicPr>
        <p:blipFill rotWithShape="1">
          <a:blip r:embed="rId8"/>
          <a:srcRect l="52786"/>
          <a:stretch/>
        </p:blipFill>
        <p:spPr>
          <a:xfrm>
            <a:off x="21335999" y="12439441"/>
            <a:ext cx="2152355" cy="571501"/>
          </a:xfrm>
          <a:prstGeom prst="rect">
            <a:avLst/>
          </a:prstGeom>
          <a:ln w="12700" cap="flat">
            <a:noFill/>
            <a:miter lim="400000"/>
          </a:ln>
          <a:effectLst/>
        </p:spPr>
      </p:pic>
      <p:sp>
        <p:nvSpPr>
          <p:cNvPr id="14" name="Texto del título"/>
          <p:cNvSpPr txBox="1">
            <a:spLocks noGrp="1"/>
          </p:cNvSpPr>
          <p:nvPr>
            <p:ph type="title"/>
          </p:nvPr>
        </p:nvSpPr>
        <p:spPr>
          <a:xfrm>
            <a:off x="1219200" y="184149"/>
            <a:ext cx="21945600" cy="3016251"/>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tIns="91439" bIns="91439" anchor="ctr">
            <a:normAutofit/>
          </a:bodyPr>
          <a:lstStyle/>
          <a:p>
            <a:r>
              <a:t>Texto del título</a:t>
            </a:r>
          </a:p>
        </p:txBody>
      </p:sp>
      <p:sp>
        <p:nvSpPr>
          <p:cNvPr id="15" name="Nivel de texto 1…"/>
          <p:cNvSpPr txBox="1">
            <a:spLocks noGrp="1"/>
          </p:cNvSpPr>
          <p:nvPr>
            <p:ph type="body" idx="1"/>
          </p:nvPr>
        </p:nvSpPr>
        <p:spPr>
          <a:xfrm>
            <a:off x="1219200" y="3200400"/>
            <a:ext cx="21945600" cy="10515600"/>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tIns="91439" bIns="91439">
            <a:normAutofit/>
          </a:bodyPr>
          <a:lstStyle/>
          <a:p>
            <a:r>
              <a:t>Nivel de texto 1</a:t>
            </a:r>
          </a:p>
          <a:p>
            <a:pPr lvl="1"/>
            <a:r>
              <a:t>Nivel de texto 2</a:t>
            </a:r>
          </a:p>
          <a:p>
            <a:pPr lvl="2"/>
            <a:r>
              <a:t>Nivel de texto 3</a:t>
            </a:r>
          </a:p>
          <a:p>
            <a:pPr lvl="3"/>
            <a:r>
              <a:t>Nivel de texto 4</a:t>
            </a:r>
          </a:p>
          <a:p>
            <a:pPr lvl="4"/>
            <a:r>
              <a:t>Nivel de texto 5</a:t>
            </a:r>
          </a:p>
        </p:txBody>
      </p:sp>
      <p:sp>
        <p:nvSpPr>
          <p:cNvPr id="16" name="Número de diapositiva"/>
          <p:cNvSpPr txBox="1">
            <a:spLocks noGrp="1"/>
          </p:cNvSpPr>
          <p:nvPr>
            <p:ph type="sldNum" sz="quarter" idx="2"/>
          </p:nvPr>
        </p:nvSpPr>
        <p:spPr>
          <a:xfrm>
            <a:off x="22707600" y="12726034"/>
            <a:ext cx="592431" cy="703581"/>
          </a:xfrm>
          <a:prstGeom prst="rect">
            <a:avLst/>
          </a:prstGeom>
          <a:ln w="25400">
            <a:miter lim="400000"/>
          </a:ln>
        </p:spPr>
        <p:txBody>
          <a:bodyPr wrap="none" tIns="91439" bIns="91439" anchor="ctr">
            <a:spAutoFit/>
          </a:body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ransition spd="med"/>
  <p:txStyles>
    <p:titleStyle>
      <a:lvl1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1pPr>
      <a:lvl2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2pPr>
      <a:lvl3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3pPr>
      <a:lvl4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4pPr>
      <a:lvl5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5pPr>
      <a:lvl6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6pPr>
      <a:lvl7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7pPr>
      <a:lvl8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8pPr>
      <a:lvl9pPr marL="0" marR="0" indent="0" algn="l" defTabSz="1828800" rtl="0" latinLnBrk="0">
        <a:lnSpc>
          <a:spcPct val="100000"/>
        </a:lnSpc>
        <a:spcBef>
          <a:spcPts val="0"/>
        </a:spcBef>
        <a:spcAft>
          <a:spcPts val="0"/>
        </a:spcAft>
        <a:buClrTx/>
        <a:buSzTx/>
        <a:buFontTx/>
        <a:buNone/>
        <a:tabLst/>
        <a:defRPr sz="6000" b="0" i="0" u="none" strike="noStrike" cap="none" spc="-300" baseline="0">
          <a:ln>
            <a:noFill/>
          </a:ln>
          <a:solidFill>
            <a:srgbClr val="535353"/>
          </a:solidFill>
          <a:uFillTx/>
          <a:latin typeface="Open Sans Light"/>
          <a:ea typeface="Open Sans Light"/>
          <a:cs typeface="Open Sans Light"/>
          <a:sym typeface="Open Sans Light"/>
        </a:defRPr>
      </a:lvl9pPr>
    </p:titleStyle>
    <p:bodyStyle>
      <a:lvl1pPr marL="244928" marR="0" indent="-244928"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1pPr>
      <a:lvl2pPr marL="742950" marR="0" indent="-28575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2pPr>
      <a:lvl3pPr marL="1257300" marR="0" indent="-3429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3pPr>
      <a:lvl4pPr marL="1752600" marR="0" indent="-3810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4pPr>
      <a:lvl5pPr marL="2209800" marR="0" indent="-3810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5pPr>
      <a:lvl6pPr marL="2667000" marR="0" indent="-3810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6pPr>
      <a:lvl7pPr marL="3124200" marR="0" indent="-3810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7pPr>
      <a:lvl8pPr marL="3581400" marR="0" indent="-3810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8pPr>
      <a:lvl9pPr marL="4038600" marR="0" indent="-381000" algn="l" defTabSz="1828800" rtl="0" latinLnBrk="0">
        <a:lnSpc>
          <a:spcPct val="100000"/>
        </a:lnSpc>
        <a:spcBef>
          <a:spcPts val="0"/>
        </a:spcBef>
        <a:spcAft>
          <a:spcPts val="0"/>
        </a:spcAft>
        <a:buClrTx/>
        <a:buSzPct val="100000"/>
        <a:buFont typeface="Arial"/>
        <a:buChar char="•"/>
        <a:tabLst/>
        <a:defRPr sz="3000" b="0" i="0" u="none" strike="noStrike" cap="none" spc="-150" baseline="0">
          <a:ln>
            <a:noFill/>
          </a:ln>
          <a:solidFill>
            <a:srgbClr val="535353"/>
          </a:solidFill>
          <a:uFillTx/>
          <a:latin typeface="Open Sans Light"/>
          <a:ea typeface="Open Sans Light"/>
          <a:cs typeface="Open Sans Light"/>
          <a:sym typeface="Open Sans Light"/>
        </a:defRPr>
      </a:lvl9pPr>
    </p:bodyStyle>
    <p:otherStyle>
      <a:lvl1pPr marL="0" marR="0" indent="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1pPr>
      <a:lvl2pPr marL="0" marR="0" indent="4572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2pPr>
      <a:lvl3pPr marL="0" marR="0" indent="9144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3pPr>
      <a:lvl4pPr marL="0" marR="0" indent="13716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4pPr>
      <a:lvl5pPr marL="0" marR="0" indent="18288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5pPr>
      <a:lvl6pPr marL="0" marR="0" indent="22860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6pPr>
      <a:lvl7pPr marL="0" marR="0" indent="27432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7pPr>
      <a:lvl8pPr marL="0" marR="0" indent="32004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8pPr>
      <a:lvl9pPr marL="0" marR="0" indent="3657600" algn="l" defTabSz="1828800" rtl="0" latinLnBrk="0">
        <a:lnSpc>
          <a:spcPct val="100000"/>
        </a:lnSpc>
        <a:spcBef>
          <a:spcPts val="0"/>
        </a:spcBef>
        <a:spcAft>
          <a:spcPts val="0"/>
        </a:spcAft>
        <a:buClrTx/>
        <a:buSzTx/>
        <a:buFontTx/>
        <a:buNone/>
        <a:tabLst/>
        <a:defRPr sz="3000" b="0" i="0" u="none" strike="noStrike" cap="none" spc="-150" baseline="0">
          <a:ln>
            <a:noFill/>
          </a:ln>
          <a:solidFill>
            <a:schemeClr val="tx1"/>
          </a:solidFill>
          <a:uFillTx/>
          <a:latin typeface="+mn-lt"/>
          <a:ea typeface="+mn-ea"/>
          <a:cs typeface="+mn-cs"/>
          <a:sym typeface="Open Sans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ÍTULO DE LA PRESENTACIÓN"/>
          <p:cNvSpPr txBox="1">
            <a:spLocks noGrp="1"/>
          </p:cNvSpPr>
          <p:nvPr>
            <p:ph type="body" idx="13"/>
          </p:nvPr>
        </p:nvSpPr>
        <p:spPr>
          <a:xfrm>
            <a:off x="688848" y="5897242"/>
            <a:ext cx="23006304" cy="1569658"/>
          </a:xfrm>
          <a:prstGeom prst="rect">
            <a:avLst/>
          </a:prstGeom>
        </p:spPr>
        <p:txBody>
          <a:bodyPr/>
          <a:lstStyle/>
          <a:p>
            <a:pPr marL="0" indent="0" algn="ctr">
              <a:buSzTx/>
              <a:buFontTx/>
              <a:buNone/>
              <a:defRPr sz="9000" spc="-450">
                <a:solidFill>
                  <a:srgbClr val="5E5E5E"/>
                </a:solidFill>
                <a:latin typeface="+mn-lt"/>
                <a:ea typeface="+mn-ea"/>
                <a:cs typeface="+mn-cs"/>
                <a:sym typeface="Open Sans"/>
              </a:defRPr>
            </a:pPr>
            <a:r>
              <a:rPr lang="es-ES" sz="9000" dirty="0">
                <a:sym typeface="Open Sans"/>
              </a:rPr>
              <a:t>Sistema de </a:t>
            </a:r>
            <a:r>
              <a:rPr lang="es-ES" sz="9000" b="1" dirty="0">
                <a:sym typeface="Open Sans"/>
              </a:rPr>
              <a:t>Telemetría y </a:t>
            </a:r>
            <a:r>
              <a:rPr lang="es-ES" sz="9000" b="1" spc="-450" dirty="0">
                <a:solidFill>
                  <a:srgbClr val="5E5E5E"/>
                </a:solidFill>
                <a:sym typeface="Open Sans"/>
              </a:rPr>
              <a:t>Automatización</a:t>
            </a:r>
            <a:endParaRPr lang="es-CL" sz="9000" b="1" spc="-450" dirty="0">
              <a:solidFill>
                <a:srgbClr val="5E5E5E"/>
              </a:solidFill>
              <a:sym typeface="Open Sans"/>
            </a:endParaRPr>
          </a:p>
        </p:txBody>
      </p:sp>
      <p:sp>
        <p:nvSpPr>
          <p:cNvPr id="174" name="SUBTÍTULO DE LA PRESENTACIÓN"/>
          <p:cNvSpPr txBox="1">
            <a:spLocks noGrp="1"/>
          </p:cNvSpPr>
          <p:nvPr>
            <p:ph type="body" idx="14"/>
          </p:nvPr>
        </p:nvSpPr>
        <p:spPr>
          <a:xfrm>
            <a:off x="3302000" y="7252400"/>
            <a:ext cx="17780000" cy="677106"/>
          </a:xfrm>
          <a:prstGeom prst="rect">
            <a:avLst/>
          </a:prstGeom>
        </p:spPr>
        <p:txBody>
          <a:bodyPr/>
          <a:lstStyle/>
          <a:p>
            <a:r>
              <a:rPr lang="es-ES" dirty="0"/>
              <a:t>Monitoreo y Control Remoto en Infraestructura de Riego</a:t>
            </a:r>
            <a:endParaRPr dirty="0"/>
          </a:p>
        </p:txBody>
      </p:sp>
      <p:sp>
        <p:nvSpPr>
          <p:cNvPr id="175" name="Mes 2018…"/>
          <p:cNvSpPr txBox="1">
            <a:spLocks noGrp="1"/>
          </p:cNvSpPr>
          <p:nvPr>
            <p:ph type="body" idx="15"/>
          </p:nvPr>
        </p:nvSpPr>
        <p:spPr>
          <a:xfrm>
            <a:off x="10479832" y="9652391"/>
            <a:ext cx="3424335" cy="2492988"/>
          </a:xfrm>
          <a:prstGeom prst="rect">
            <a:avLst/>
          </a:prstGeom>
        </p:spPr>
        <p:txBody>
          <a:bodyPr/>
          <a:lstStyle/>
          <a:p>
            <a:pPr marL="0" indent="0" algn="ctr">
              <a:buSzTx/>
              <a:buFontTx/>
              <a:buNone/>
            </a:pPr>
            <a:r>
              <a:rPr lang="es-CL" dirty="0"/>
              <a:t>Noviembre, 2025</a:t>
            </a:r>
          </a:p>
          <a:p>
            <a:pPr marL="0" indent="0" algn="ctr">
              <a:buNone/>
            </a:pPr>
            <a:r>
              <a:rPr lang="es-CL" dirty="0"/>
              <a:t>Proyecto de Título</a:t>
            </a:r>
          </a:p>
          <a:p>
            <a:pPr marL="0" indent="0" algn="ctr">
              <a:buNone/>
            </a:pPr>
            <a:r>
              <a:rPr lang="es-CL" dirty="0"/>
              <a:t>Gonzalo Scolari</a:t>
            </a:r>
          </a:p>
          <a:p>
            <a:pPr marL="0" indent="0" algn="ctr">
              <a:buSzTx/>
              <a:buFontTx/>
              <a:buNone/>
            </a:pPr>
            <a:r>
              <a:rPr lang="es-CL" dirty="0"/>
              <a:t>Xavier Barrera</a:t>
            </a:r>
          </a:p>
          <a:p>
            <a:pPr marL="0" indent="0" algn="ctr">
              <a:buSzTx/>
              <a:buFontTx/>
              <a:buNone/>
            </a:pPr>
            <a:r>
              <a:rPr lang="es-CL" dirty="0"/>
              <a:t>Dragustin Fernández</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CONTENIDO"/>
          <p:cNvSpPr txBox="1">
            <a:spLocks noGrp="1"/>
          </p:cNvSpPr>
          <p:nvPr>
            <p:ph type="body" idx="13"/>
          </p:nvPr>
        </p:nvSpPr>
        <p:spPr>
          <a:prstGeom prst="rect">
            <a:avLst/>
          </a:prstGeom>
        </p:spPr>
        <p:txBody>
          <a:bodyPr/>
          <a:lstStyle/>
          <a:p>
            <a:r>
              <a:t>CONTENIDO</a:t>
            </a:r>
          </a:p>
        </p:txBody>
      </p:sp>
      <p:sp>
        <p:nvSpPr>
          <p:cNvPr id="185" name="Línea"/>
          <p:cNvSpPr/>
          <p:nvPr/>
        </p:nvSpPr>
        <p:spPr>
          <a:xfrm>
            <a:off x="7488570" y="7111328"/>
            <a:ext cx="1275619" cy="1"/>
          </a:xfrm>
          <a:prstGeom prst="line">
            <a:avLst/>
          </a:prstGeom>
          <a:ln w="25400">
            <a:solidFill>
              <a:srgbClr val="DF2427"/>
            </a:solidFill>
            <a:miter/>
          </a:ln>
        </p:spPr>
        <p:txBody>
          <a:bodyPr tIns="91439" bIns="91439"/>
          <a:lstStyle/>
          <a:p>
            <a:endParaRPr/>
          </a:p>
        </p:txBody>
      </p:sp>
      <p:sp>
        <p:nvSpPr>
          <p:cNvPr id="186" name="Contenido uno: lorem ipsum dolor sit amet…"/>
          <p:cNvSpPr txBox="1">
            <a:spLocks noGrp="1"/>
          </p:cNvSpPr>
          <p:nvPr>
            <p:ph type="body" idx="14"/>
          </p:nvPr>
        </p:nvSpPr>
        <p:spPr>
          <a:xfrm>
            <a:off x="9904451" y="3078638"/>
            <a:ext cx="11430001" cy="6918880"/>
          </a:xfrm>
          <a:prstGeom prst="rect">
            <a:avLst/>
          </a:prstGeom>
        </p:spPr>
        <p:txBody>
          <a:bodyPr/>
          <a:lstStyle/>
          <a:p>
            <a:pPr marL="761999" indent="-761999">
              <a:lnSpc>
                <a:spcPct val="110000"/>
              </a:lnSpc>
              <a:buFontTx/>
              <a:buAutoNum type="arabicPeriod"/>
              <a:defRPr sz="4000" spc="-200"/>
            </a:pPr>
            <a:r>
              <a:rPr lang="es-CL" dirty="0"/>
              <a:t>Introducción</a:t>
            </a:r>
          </a:p>
          <a:p>
            <a:pPr marL="761999" indent="-761999">
              <a:lnSpc>
                <a:spcPct val="110000"/>
              </a:lnSpc>
              <a:buFontTx/>
              <a:buAutoNum type="arabicPeriod"/>
              <a:defRPr sz="4000" spc="-200"/>
            </a:pPr>
            <a:r>
              <a:rPr lang="es-CL" dirty="0"/>
              <a:t>Definición del Cliente</a:t>
            </a:r>
          </a:p>
          <a:p>
            <a:pPr marL="761999" indent="-761999">
              <a:lnSpc>
                <a:spcPct val="110000"/>
              </a:lnSpc>
              <a:buFontTx/>
              <a:buAutoNum type="arabicPeriod"/>
              <a:defRPr sz="4000" spc="-200"/>
            </a:pPr>
            <a:r>
              <a:rPr lang="es-CL" dirty="0"/>
              <a:t>Identificación del Problema</a:t>
            </a:r>
          </a:p>
          <a:p>
            <a:pPr marL="761999" indent="-761999">
              <a:lnSpc>
                <a:spcPct val="110000"/>
              </a:lnSpc>
              <a:buFontTx/>
              <a:buAutoNum type="arabicPeriod"/>
              <a:defRPr sz="4000" spc="-200"/>
            </a:pPr>
            <a:r>
              <a:rPr lang="es-CL" dirty="0"/>
              <a:t>Solución Propuesta</a:t>
            </a:r>
          </a:p>
          <a:p>
            <a:pPr marL="761999" indent="-761999">
              <a:lnSpc>
                <a:spcPct val="110000"/>
              </a:lnSpc>
              <a:buFontTx/>
              <a:buAutoNum type="arabicPeriod"/>
              <a:defRPr sz="4000" spc="-200"/>
            </a:pPr>
            <a:r>
              <a:rPr lang="es-CL" dirty="0"/>
              <a:t>Objetivos del proyecto</a:t>
            </a:r>
            <a:endParaRPr dirty="0"/>
          </a:p>
          <a:p>
            <a:pPr marL="761999" indent="-761999">
              <a:lnSpc>
                <a:spcPct val="110000"/>
              </a:lnSpc>
              <a:buFontTx/>
              <a:buAutoNum type="arabicPeriod"/>
              <a:defRPr sz="4000" spc="-200"/>
            </a:pPr>
            <a:r>
              <a:rPr lang="es-CL" dirty="0"/>
              <a:t>Planificación del proyecto</a:t>
            </a:r>
          </a:p>
          <a:p>
            <a:pPr marL="761999" indent="-761999">
              <a:lnSpc>
                <a:spcPct val="110000"/>
              </a:lnSpc>
              <a:buFontTx/>
              <a:buAutoNum type="arabicPeriod"/>
              <a:defRPr sz="4000" spc="-200"/>
            </a:pPr>
            <a:r>
              <a:rPr lang="es-CL" dirty="0"/>
              <a:t>Diseño de la Solución</a:t>
            </a:r>
          </a:p>
          <a:p>
            <a:pPr marL="761999" indent="-761999">
              <a:lnSpc>
                <a:spcPct val="110000"/>
              </a:lnSpc>
              <a:buFontTx/>
              <a:buAutoNum type="arabicPeriod"/>
              <a:defRPr sz="4000" spc="-200"/>
            </a:pPr>
            <a:r>
              <a:rPr lang="es-CL" dirty="0"/>
              <a:t>Tecnologías de la solución</a:t>
            </a:r>
          </a:p>
          <a:p>
            <a:pPr marL="761999" indent="-761999">
              <a:lnSpc>
                <a:spcPct val="110000"/>
              </a:lnSpc>
              <a:buFontTx/>
              <a:buAutoNum type="arabicPeriod"/>
              <a:defRPr sz="4000" spc="-200"/>
            </a:pPr>
            <a:r>
              <a:rPr lang="es-CL" dirty="0"/>
              <a:t>Indicadores de Desempeño</a:t>
            </a:r>
          </a:p>
          <a:p>
            <a:pPr marL="761999" indent="-761999">
              <a:lnSpc>
                <a:spcPct val="110000"/>
              </a:lnSpc>
              <a:buFontTx/>
              <a:buAutoNum type="arabicPeriod"/>
              <a:defRPr sz="4000" spc="-200"/>
            </a:pPr>
            <a:r>
              <a:rPr lang="es-CL" dirty="0"/>
              <a:t>Conclusiones</a:t>
            </a:r>
            <a:endParaRPr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INTRODUCCIÓN</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INTRODUCCIÓN</a:t>
            </a:r>
            <a:endParaRPr dirty="0"/>
          </a:p>
          <a:p>
            <a:pPr marL="0" indent="0">
              <a:buSzTx/>
              <a:buFontTx/>
              <a:buNone/>
              <a:defRPr sz="4000" spc="-200"/>
            </a:pPr>
            <a:r>
              <a:rPr lang="es-ES" dirty="0"/>
              <a:t>Sistema de </a:t>
            </a:r>
            <a:r>
              <a:rPr lang="es-ES" b="1" dirty="0"/>
              <a:t>Telemetría y Automatización</a:t>
            </a:r>
          </a:p>
        </p:txBody>
      </p:sp>
      <p:sp>
        <p:nvSpPr>
          <p:cNvPr id="196"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p:nvPr/>
        </p:nvSpPr>
        <p:spPr>
          <a:xfrm>
            <a:off x="3302000" y="3892780"/>
            <a:ext cx="17780000" cy="5570754"/>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tIns="91439" bIns="91439">
            <a:spAutoFit/>
          </a:bodyPr>
          <a:lstStyle/>
          <a:p>
            <a:pPr>
              <a:defRPr sz="3500" spc="-175"/>
            </a:pPr>
            <a:r>
              <a:rPr lang="es-ES" sz="3500"/>
              <a:t>El proyecto desarrolla un sistema de telemetría para la gestión automatizada de recursos hídricos en canales de riego rurales. Esta solución tecnológica actualiza el modelo tradicional de gestión manual hacia un sistema automatizado, transparente y eficiente mediante la integración de tecnologías de comunicación 4G, sensores industriales y plataformas de control remoto.</a:t>
            </a:r>
          </a:p>
          <a:p>
            <a:pPr>
              <a:defRPr sz="3500" spc="-175"/>
            </a:pPr>
            <a:endParaRPr/>
          </a:p>
          <a:p>
            <a:pPr marL="300789" indent="-300789">
              <a:buSzPct val="100000"/>
              <a:buChar char="•"/>
              <a:defRPr sz="3500" spc="-175"/>
            </a:pPr>
            <a:r>
              <a:rPr lang="es-CL" b="1" err="1">
                <a:latin typeface="+mn-lt"/>
                <a:ea typeface="+mn-ea"/>
                <a:cs typeface="+mn-cs"/>
                <a:sym typeface="Open Sans"/>
              </a:rPr>
              <a:t>Telemetria</a:t>
            </a:r>
            <a:r>
              <a:t>:</a:t>
            </a:r>
            <a:r>
              <a:rPr lang="es-CL"/>
              <a:t> Monitoreo remoto de caudales y control de compuertas mediante comunicación 4G/LTE en zonas rurales</a:t>
            </a:r>
            <a:r>
              <a:t>.</a:t>
            </a:r>
            <a:endParaRPr lang="es-CL"/>
          </a:p>
          <a:p>
            <a:pPr marL="300789" indent="-300789">
              <a:buSzPct val="100000"/>
              <a:buChar char="•"/>
              <a:defRPr sz="3500" spc="-175"/>
            </a:pPr>
            <a:endParaRPr/>
          </a:p>
          <a:p>
            <a:pPr marL="300789" indent="-300789">
              <a:buSzPct val="100000"/>
              <a:buChar char="•"/>
              <a:defRPr sz="3500" spc="-175"/>
            </a:pPr>
            <a:r>
              <a:rPr lang="es-CL" b="1">
                <a:latin typeface="+mn-lt"/>
                <a:ea typeface="+mn-ea"/>
                <a:cs typeface="+mn-cs"/>
                <a:sym typeface="Open Sans"/>
              </a:rPr>
              <a:t>Automatización</a:t>
            </a:r>
            <a:r>
              <a:rPr lang="es-CL"/>
              <a:t>:</a:t>
            </a:r>
            <a:r>
              <a:t> </a:t>
            </a:r>
            <a:r>
              <a:rPr lang="es-ES" sz="3500"/>
              <a:t>Control automatizado de flujos, medición continua y gestión remota que reduce la dependencia de intervención manual.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DEFINICIÓN DEL CLIENTE</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dirty="0"/>
          </a:p>
        </p:txBody>
      </p:sp>
    </p:spTree>
    <p:extLst>
      <p:ext uri="{BB962C8B-B14F-4D97-AF65-F5344CB8AC3E}">
        <p14:creationId xmlns:p14="http://schemas.microsoft.com/office/powerpoint/2010/main" val="219350702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ES" dirty="0"/>
              <a:t>Definición del Cliente</a:t>
            </a:r>
          </a:p>
          <a:p>
            <a:pPr marL="0" indent="0">
              <a:buSzTx/>
              <a:buFontTx/>
              <a:buNone/>
              <a:defRPr sz="4000" spc="-200"/>
            </a:pPr>
            <a:r>
              <a:rPr lang="es-ES" sz="4000" b="1" dirty="0"/>
              <a:t>OUA </a:t>
            </a:r>
            <a:r>
              <a:rPr lang="es-ES" sz="4000" dirty="0"/>
              <a:t>Organización de Usuarios de Agua</a:t>
            </a:r>
            <a:endParaRPr lang="es-CL" dirty="0"/>
          </a:p>
        </p:txBody>
      </p:sp>
      <p:sp>
        <p:nvSpPr>
          <p:cNvPr id="230" name="Línea"/>
          <p:cNvSpPr/>
          <p:nvPr/>
        </p:nvSpPr>
        <p:spPr>
          <a:xfrm rot="20979468">
            <a:off x="15871438" y="9341185"/>
            <a:ext cx="1269996" cy="12700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635" y="21600"/>
                  <a:pt x="10235" y="19182"/>
                  <a:pt x="6327" y="15274"/>
                </a:cubicBezTo>
                <a:cubicBezTo>
                  <a:pt x="2418" y="11365"/>
                  <a:pt x="0" y="5965"/>
                  <a:pt x="0" y="0"/>
                </a:cubicBezTo>
              </a:path>
            </a:pathLst>
          </a:custGeom>
          <a:ln w="50800">
            <a:solidFill>
              <a:srgbClr val="000000"/>
            </a:solidFill>
            <a:miter lim="400000"/>
            <a:headEnd type="stealth"/>
          </a:ln>
        </p:spPr>
        <p:txBody>
          <a:bodyPr lIns="38100" tIns="38100" rIns="38100" bIns="38100" anchor="ctr"/>
          <a:lstStyle/>
          <a:p>
            <a:pPr defTabSz="457200">
              <a:lnSpc>
                <a:spcPct val="110000"/>
              </a:lnSpc>
              <a:defRPr spc="209">
                <a:solidFill>
                  <a:srgbClr val="FFFFFF"/>
                </a:solidFill>
                <a:effectLst>
                  <a:outerShdw blurRad="38100" dist="12700" dir="5400000" rotWithShape="0">
                    <a:srgbClr val="000000">
                      <a:alpha val="50000"/>
                    </a:srgbClr>
                  </a:outerShdw>
                </a:effectLst>
                <a:latin typeface="Helvetica"/>
                <a:ea typeface="Helvetica"/>
                <a:cs typeface="Helvetica"/>
                <a:sym typeface="Helvetica"/>
              </a:defRPr>
            </a:pPr>
            <a:endParaRPr/>
          </a:p>
        </p:txBody>
      </p:sp>
      <p:sp>
        <p:nvSpPr>
          <p:cNvPr id="231" name="Línea"/>
          <p:cNvSpPr/>
          <p:nvPr/>
        </p:nvSpPr>
        <p:spPr>
          <a:xfrm rot="13486382">
            <a:off x="5871876" y="8116258"/>
            <a:ext cx="1270001" cy="126999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15635"/>
                  <a:pt x="2418" y="10235"/>
                  <a:pt x="6326" y="6326"/>
                </a:cubicBezTo>
                <a:cubicBezTo>
                  <a:pt x="10235" y="2418"/>
                  <a:pt x="15635" y="0"/>
                  <a:pt x="21600" y="0"/>
                </a:cubicBezTo>
              </a:path>
            </a:pathLst>
          </a:custGeom>
          <a:ln w="50800">
            <a:solidFill>
              <a:srgbClr val="000000"/>
            </a:solidFill>
            <a:miter lim="400000"/>
            <a:tailEnd type="stealth"/>
          </a:ln>
        </p:spPr>
        <p:txBody>
          <a:bodyPr lIns="38100" tIns="38100" rIns="38100" bIns="38100" anchor="ctr"/>
          <a:lstStyle/>
          <a:p>
            <a:pPr defTabSz="457200">
              <a:lnSpc>
                <a:spcPct val="110000"/>
              </a:lnSpc>
              <a:defRPr spc="209">
                <a:solidFill>
                  <a:srgbClr val="FFFFFF"/>
                </a:solidFill>
                <a:effectLst>
                  <a:outerShdw blurRad="38100" dist="12700" dir="5400000" rotWithShape="0">
                    <a:srgbClr val="000000">
                      <a:alpha val="50000"/>
                    </a:srgbClr>
                  </a:outerShdw>
                </a:effectLst>
                <a:latin typeface="Helvetica"/>
                <a:ea typeface="Helvetica"/>
                <a:cs typeface="Helvetica"/>
                <a:sym typeface="Helvetica"/>
              </a:defRPr>
            </a:pPr>
            <a:endParaRPr/>
          </a:p>
        </p:txBody>
      </p:sp>
      <p:sp>
        <p:nvSpPr>
          <p:cNvPr id="232" name="Línea"/>
          <p:cNvSpPr/>
          <p:nvPr/>
        </p:nvSpPr>
        <p:spPr>
          <a:xfrm rot="20280000">
            <a:off x="11604787" y="3800804"/>
            <a:ext cx="1270001" cy="126999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15635"/>
                  <a:pt x="2418" y="10235"/>
                  <a:pt x="6326" y="6326"/>
                </a:cubicBezTo>
                <a:cubicBezTo>
                  <a:pt x="10235" y="2418"/>
                  <a:pt x="15635" y="0"/>
                  <a:pt x="21600" y="0"/>
                </a:cubicBezTo>
              </a:path>
            </a:pathLst>
          </a:custGeom>
          <a:ln w="50800">
            <a:solidFill>
              <a:srgbClr val="000000"/>
            </a:solidFill>
            <a:miter lim="400000"/>
            <a:tailEnd type="stealth"/>
          </a:ln>
        </p:spPr>
        <p:txBody>
          <a:bodyPr lIns="38100" tIns="38100" rIns="38100" bIns="38100" anchor="ctr"/>
          <a:lstStyle/>
          <a:p>
            <a:pPr defTabSz="457200">
              <a:lnSpc>
                <a:spcPct val="110000"/>
              </a:lnSpc>
              <a:defRPr spc="209">
                <a:solidFill>
                  <a:srgbClr val="FFFFFF"/>
                </a:solidFill>
                <a:effectLst>
                  <a:outerShdw blurRad="38100" dist="12700" dir="5400000" rotWithShape="0">
                    <a:srgbClr val="000000">
                      <a:alpha val="50000"/>
                    </a:srgbClr>
                  </a:outerShdw>
                </a:effectLst>
                <a:latin typeface="Helvetica"/>
                <a:ea typeface="Helvetica"/>
                <a:cs typeface="Helvetica"/>
                <a:sym typeface="Helvetica"/>
              </a:defRPr>
            </a:pPr>
            <a:endParaRPr/>
          </a:p>
        </p:txBody>
      </p:sp>
      <p:sp>
        <p:nvSpPr>
          <p:cNvPr id="233" name="Rectángulo redondeado"/>
          <p:cNvSpPr/>
          <p:nvPr/>
        </p:nvSpPr>
        <p:spPr>
          <a:xfrm>
            <a:off x="13393283" y="5465639"/>
            <a:ext cx="3810001" cy="3810001"/>
          </a:xfrm>
          <a:prstGeom prst="roundRect">
            <a:avLst>
              <a:gd name="adj" fmla="val 50000"/>
            </a:avLst>
          </a:prstGeom>
          <a:solidFill>
            <a:srgbClr val="000000">
              <a:alpha val="27000"/>
            </a:srgbClr>
          </a:solidFill>
          <a:ln w="12700">
            <a:miter lim="400000"/>
          </a:ln>
        </p:spPr>
        <p:txBody>
          <a:bodyPr lIns="38100" tIns="38100" rIns="38100" bIns="38100" anchor="ctr"/>
          <a:lstStyle/>
          <a:p>
            <a:pPr defTabSz="457200">
              <a:defRPr sz="1200" spc="0">
                <a:solidFill>
                  <a:srgbClr val="000000"/>
                </a:solidFill>
                <a:latin typeface="+mn-lt"/>
                <a:ea typeface="+mn-ea"/>
                <a:cs typeface="+mn-cs"/>
                <a:sym typeface="Open Sans"/>
              </a:defRPr>
            </a:pPr>
            <a:endParaRPr/>
          </a:p>
        </p:txBody>
      </p:sp>
      <p:sp>
        <p:nvSpPr>
          <p:cNvPr id="234" name="Rectángulo redondeado"/>
          <p:cNvSpPr/>
          <p:nvPr/>
        </p:nvSpPr>
        <p:spPr>
          <a:xfrm>
            <a:off x="7159452" y="5465639"/>
            <a:ext cx="3810001" cy="3810001"/>
          </a:xfrm>
          <a:prstGeom prst="roundRect">
            <a:avLst>
              <a:gd name="adj" fmla="val 50000"/>
            </a:avLst>
          </a:prstGeom>
          <a:solidFill>
            <a:schemeClr val="accent3">
              <a:lumOff val="-12941"/>
              <a:alpha val="59929"/>
            </a:schemeClr>
          </a:solidFill>
          <a:ln w="12700">
            <a:miter lim="400000"/>
          </a:ln>
        </p:spPr>
        <p:txBody>
          <a:bodyPr lIns="38100" tIns="38100" rIns="38100" bIns="38100" anchor="ctr"/>
          <a:lstStyle/>
          <a:p>
            <a:pPr defTabSz="457200">
              <a:defRPr sz="1200" spc="0">
                <a:solidFill>
                  <a:srgbClr val="000000"/>
                </a:solidFill>
                <a:latin typeface="+mn-lt"/>
                <a:ea typeface="+mn-ea"/>
                <a:cs typeface="+mn-cs"/>
                <a:sym typeface="Open Sans"/>
              </a:defRPr>
            </a:pPr>
            <a:endParaRPr/>
          </a:p>
        </p:txBody>
      </p:sp>
      <p:sp>
        <p:nvSpPr>
          <p:cNvPr id="235" name="Rectángulo redondeado"/>
          <p:cNvSpPr/>
          <p:nvPr/>
        </p:nvSpPr>
        <p:spPr>
          <a:xfrm>
            <a:off x="10287000" y="5465639"/>
            <a:ext cx="3810000" cy="3810001"/>
          </a:xfrm>
          <a:prstGeom prst="roundRect">
            <a:avLst>
              <a:gd name="adj" fmla="val 50000"/>
            </a:avLst>
          </a:prstGeom>
          <a:solidFill>
            <a:srgbClr val="DF2427">
              <a:alpha val="80150"/>
            </a:srgbClr>
          </a:solidFill>
          <a:ln w="12700">
            <a:miter lim="400000"/>
          </a:ln>
        </p:spPr>
        <p:txBody>
          <a:bodyPr lIns="38100" tIns="38100" rIns="38100" bIns="38100" anchor="ctr"/>
          <a:lstStyle/>
          <a:p>
            <a:pPr defTabSz="457200">
              <a:defRPr sz="1200" spc="0">
                <a:solidFill>
                  <a:srgbClr val="000000"/>
                </a:solidFill>
                <a:latin typeface="+mn-lt"/>
                <a:ea typeface="+mn-ea"/>
                <a:cs typeface="+mn-cs"/>
                <a:sym typeface="Open Sans"/>
              </a:defRPr>
            </a:pPr>
            <a:endParaRPr/>
          </a:p>
        </p:txBody>
      </p:sp>
      <p:sp>
        <p:nvSpPr>
          <p:cNvPr id="236" name="ITEM1"/>
          <p:cNvSpPr txBox="1"/>
          <p:nvPr/>
        </p:nvSpPr>
        <p:spPr>
          <a:xfrm>
            <a:off x="8068477" y="7140731"/>
            <a:ext cx="1991956" cy="53347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defRPr sz="2800" spc="112">
                <a:solidFill>
                  <a:srgbClr val="000000"/>
                </a:solidFill>
              </a:defRPr>
            </a:pPr>
            <a:r>
              <a:rPr lang="es-CL" b="1">
                <a:solidFill>
                  <a:srgbClr val="FFFFFF"/>
                </a:solidFill>
                <a:latin typeface="+mn-lt"/>
                <a:ea typeface="+mn-ea"/>
                <a:cs typeface="+mn-cs"/>
                <a:sym typeface="Open Sans"/>
              </a:rPr>
              <a:t>Ubicación</a:t>
            </a:r>
            <a:endParaRPr>
              <a:solidFill>
                <a:srgbClr val="FFFFFF"/>
              </a:solidFill>
            </a:endParaRPr>
          </a:p>
        </p:txBody>
      </p:sp>
      <p:sp>
        <p:nvSpPr>
          <p:cNvPr id="237" name="ITEM2"/>
          <p:cNvSpPr txBox="1"/>
          <p:nvPr/>
        </p:nvSpPr>
        <p:spPr>
          <a:xfrm>
            <a:off x="10959647" y="6925287"/>
            <a:ext cx="2464713" cy="964367"/>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defRPr sz="2800" spc="112">
                <a:solidFill>
                  <a:srgbClr val="000000"/>
                </a:solidFill>
                <a:latin typeface="+mn-lt"/>
                <a:ea typeface="+mn-ea"/>
                <a:cs typeface="+mn-cs"/>
                <a:sym typeface="Open Sans"/>
              </a:defRPr>
            </a:pPr>
            <a:r>
              <a:rPr lang="es-CL" b="1">
                <a:solidFill>
                  <a:srgbClr val="FFFFFF"/>
                </a:solidFill>
              </a:rPr>
              <a:t>Nombre del </a:t>
            </a:r>
          </a:p>
          <a:p>
            <a:pPr algn="ctr" defTabSz="584200">
              <a:defRPr sz="2800" spc="112">
                <a:solidFill>
                  <a:srgbClr val="000000"/>
                </a:solidFill>
                <a:latin typeface="+mn-lt"/>
                <a:ea typeface="+mn-ea"/>
                <a:cs typeface="+mn-cs"/>
                <a:sym typeface="Open Sans"/>
              </a:defRPr>
            </a:pPr>
            <a:r>
              <a:rPr lang="es-CL" b="1">
                <a:solidFill>
                  <a:srgbClr val="FFFFFF"/>
                </a:solidFill>
              </a:rPr>
              <a:t>Cliente</a:t>
            </a:r>
            <a:endParaRPr lang="es-CL">
              <a:solidFill>
                <a:srgbClr val="FFFFFF"/>
              </a:solidFill>
            </a:endParaRPr>
          </a:p>
        </p:txBody>
      </p:sp>
      <p:sp>
        <p:nvSpPr>
          <p:cNvPr id="238" name="ITEM3"/>
          <p:cNvSpPr txBox="1"/>
          <p:nvPr/>
        </p:nvSpPr>
        <p:spPr>
          <a:xfrm>
            <a:off x="13991419" y="6925287"/>
            <a:ext cx="2613729" cy="964367"/>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defRPr sz="2800" spc="112">
                <a:solidFill>
                  <a:srgbClr val="000000"/>
                </a:solidFill>
                <a:latin typeface="+mn-lt"/>
                <a:ea typeface="+mn-ea"/>
                <a:cs typeface="+mn-cs"/>
                <a:sym typeface="Open Sans"/>
              </a:defRPr>
            </a:pPr>
            <a:r>
              <a:rPr lang="es-CL" sz="2800" b="1" spc="112">
                <a:solidFill>
                  <a:srgbClr val="FFFFFF"/>
                </a:solidFill>
                <a:sym typeface="Open Sans"/>
              </a:rPr>
              <a:t>Operaciones </a:t>
            </a:r>
          </a:p>
          <a:p>
            <a:pPr algn="ctr" defTabSz="584200">
              <a:defRPr sz="2800" spc="112">
                <a:solidFill>
                  <a:srgbClr val="000000"/>
                </a:solidFill>
                <a:latin typeface="+mn-lt"/>
                <a:ea typeface="+mn-ea"/>
                <a:cs typeface="+mn-cs"/>
                <a:sym typeface="Open Sans"/>
              </a:defRPr>
            </a:pPr>
            <a:r>
              <a:rPr lang="es-CL" sz="2800" b="1" spc="112">
                <a:solidFill>
                  <a:srgbClr val="FFFFFF"/>
                </a:solidFill>
                <a:sym typeface="Open Sans"/>
              </a:rPr>
              <a:t>del cliente</a:t>
            </a:r>
            <a:endParaRPr>
              <a:solidFill>
                <a:srgbClr val="FFFFFF"/>
              </a:solidFill>
            </a:endParaRPr>
          </a:p>
        </p:txBody>
      </p:sp>
      <p:sp>
        <p:nvSpPr>
          <p:cNvPr id="239" name="Lorem ipsum delor sit amet, consectetuer adipiscing elit. Aenean commodo."/>
          <p:cNvSpPr txBox="1"/>
          <p:nvPr/>
        </p:nvSpPr>
        <p:spPr>
          <a:xfrm>
            <a:off x="2044033" y="7365188"/>
            <a:ext cx="4670208" cy="102592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p>
            <a:r>
              <a:rPr lang="es-ES"/>
              <a:t>Zonas rurales, Región del Maule, Chile</a:t>
            </a:r>
            <a:endParaRPr/>
          </a:p>
        </p:txBody>
      </p:sp>
      <p:sp>
        <p:nvSpPr>
          <p:cNvPr id="240" name="Item 1"/>
          <p:cNvSpPr txBox="1"/>
          <p:nvPr/>
        </p:nvSpPr>
        <p:spPr>
          <a:xfrm>
            <a:off x="2044033" y="6549293"/>
            <a:ext cx="3021340" cy="61741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defTabSz="584200">
              <a:lnSpc>
                <a:spcPct val="120000"/>
              </a:lnSpc>
              <a:defRPr spc="29">
                <a:solidFill>
                  <a:srgbClr val="000000"/>
                </a:solidFill>
              </a:defRPr>
            </a:pPr>
            <a:r>
              <a:rPr lang="es-CL" b="1">
                <a:latin typeface="+mn-lt"/>
                <a:ea typeface="+mn-ea"/>
                <a:cs typeface="+mn-cs"/>
                <a:sym typeface="Open Sans"/>
              </a:rPr>
              <a:t>Características</a:t>
            </a:r>
            <a:endParaRPr/>
          </a:p>
        </p:txBody>
      </p:sp>
      <p:sp>
        <p:nvSpPr>
          <p:cNvPr id="241" name="Lorem ipsum delor sit amet, consectetuer adipiscing elit. Aenean commodo."/>
          <p:cNvSpPr txBox="1"/>
          <p:nvPr/>
        </p:nvSpPr>
        <p:spPr>
          <a:xfrm>
            <a:off x="12963179" y="3581914"/>
            <a:ext cx="4670208" cy="102592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p>
            <a:r>
              <a:rPr lang="es-ES"/>
              <a:t>Organización de Usuarios de Agua</a:t>
            </a:r>
            <a:r>
              <a:t>.</a:t>
            </a:r>
          </a:p>
        </p:txBody>
      </p:sp>
      <p:sp>
        <p:nvSpPr>
          <p:cNvPr id="242" name="Item 2"/>
          <p:cNvSpPr txBox="1"/>
          <p:nvPr/>
        </p:nvSpPr>
        <p:spPr>
          <a:xfrm>
            <a:off x="12963179" y="2766019"/>
            <a:ext cx="976165" cy="61741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defTabSz="584200">
              <a:lnSpc>
                <a:spcPct val="120000"/>
              </a:lnSpc>
              <a:defRPr spc="29">
                <a:solidFill>
                  <a:srgbClr val="000000"/>
                </a:solidFill>
              </a:defRPr>
            </a:pPr>
            <a:r>
              <a:rPr lang="es-CL" b="1">
                <a:latin typeface="+mn-lt"/>
                <a:ea typeface="+mn-ea"/>
                <a:cs typeface="+mn-cs"/>
                <a:sym typeface="Open Sans"/>
              </a:rPr>
              <a:t>OUA</a:t>
            </a:r>
            <a:endParaRPr/>
          </a:p>
        </p:txBody>
      </p:sp>
      <p:sp>
        <p:nvSpPr>
          <p:cNvPr id="243" name="Lorem ipsum delor sit amet, consectetuer adipiscing elit. Aenean commodo."/>
          <p:cNvSpPr txBox="1"/>
          <p:nvPr/>
        </p:nvSpPr>
        <p:spPr>
          <a:xfrm>
            <a:off x="17669758" y="9810509"/>
            <a:ext cx="4670209" cy="1487587"/>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p>
            <a:r>
              <a:rPr lang="es-ES"/>
              <a:t>Gestión y distribución de recursos hídricos para riego agrícola</a:t>
            </a:r>
            <a:r>
              <a:t>.</a:t>
            </a:r>
          </a:p>
        </p:txBody>
      </p:sp>
      <p:sp>
        <p:nvSpPr>
          <p:cNvPr id="244" name="Item 3"/>
          <p:cNvSpPr txBox="1"/>
          <p:nvPr/>
        </p:nvSpPr>
        <p:spPr>
          <a:xfrm>
            <a:off x="17669758" y="9225446"/>
            <a:ext cx="2554417" cy="617413"/>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defTabSz="584200">
              <a:lnSpc>
                <a:spcPct val="120000"/>
              </a:lnSpc>
              <a:defRPr spc="29">
                <a:solidFill>
                  <a:srgbClr val="000000"/>
                </a:solidFill>
              </a:defRPr>
            </a:pPr>
            <a:r>
              <a:rPr lang="es-CL" b="1">
                <a:latin typeface="+mn-lt"/>
                <a:ea typeface="+mn-ea"/>
                <a:cs typeface="+mn-cs"/>
                <a:sym typeface="Open Sans"/>
              </a:rPr>
              <a:t>Necesidades</a:t>
            </a:r>
            <a:endParaRPr/>
          </a:p>
        </p:txBody>
      </p:sp>
    </p:spTree>
    <p:extLst>
      <p:ext uri="{BB962C8B-B14F-4D97-AF65-F5344CB8AC3E}">
        <p14:creationId xmlns:p14="http://schemas.microsoft.com/office/powerpoint/2010/main" val="347768614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IDENTIFICACIÓN DEL PROBLEMA</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21076945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2ADD-D581-7AC5-3395-BEA762A57BBB}"/>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40F9D489-4B92-07C0-315A-0014522AB6F9}"/>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ES" dirty="0"/>
              <a:t>Identificación del Problema</a:t>
            </a:r>
          </a:p>
          <a:p>
            <a:pPr marL="0" indent="0">
              <a:buSzTx/>
              <a:buFontTx/>
              <a:buNone/>
              <a:defRPr sz="4000" spc="-200"/>
            </a:pPr>
            <a:r>
              <a:rPr lang="es-ES" sz="4000" dirty="0"/>
              <a:t>Requerimientos Identificados</a:t>
            </a:r>
            <a:endParaRPr lang="es-CL" dirty="0"/>
          </a:p>
        </p:txBody>
      </p:sp>
      <p:grpSp>
        <p:nvGrpSpPr>
          <p:cNvPr id="6" name="Grupo 5">
            <a:extLst>
              <a:ext uri="{FF2B5EF4-FFF2-40B4-BE49-F238E27FC236}">
                <a16:creationId xmlns:a16="http://schemas.microsoft.com/office/drawing/2014/main" id="{344E6B08-F86D-1647-8D09-0274CE4D0614}"/>
              </a:ext>
            </a:extLst>
          </p:cNvPr>
          <p:cNvGrpSpPr/>
          <p:nvPr/>
        </p:nvGrpSpPr>
        <p:grpSpPr>
          <a:xfrm>
            <a:off x="2008382" y="3930880"/>
            <a:ext cx="20362812" cy="8695844"/>
            <a:chOff x="2736108" y="3930880"/>
            <a:chExt cx="20362812" cy="8695844"/>
          </a:xfrm>
        </p:grpSpPr>
        <p:grpSp>
          <p:nvGrpSpPr>
            <p:cNvPr id="2" name="Grupo 1">
              <a:extLst>
                <a:ext uri="{FF2B5EF4-FFF2-40B4-BE49-F238E27FC236}">
                  <a16:creationId xmlns:a16="http://schemas.microsoft.com/office/drawing/2014/main" id="{576972B9-F52A-5915-53B3-BA78ED003B2E}"/>
                </a:ext>
              </a:extLst>
            </p:cNvPr>
            <p:cNvGrpSpPr/>
            <p:nvPr/>
          </p:nvGrpSpPr>
          <p:grpSpPr>
            <a:xfrm>
              <a:off x="2736108" y="3930880"/>
              <a:ext cx="4199869" cy="8512654"/>
              <a:chOff x="3296401" y="3930880"/>
              <a:chExt cx="4199869" cy="8512654"/>
            </a:xfrm>
          </p:grpSpPr>
          <p:sp>
            <p:nvSpPr>
              <p:cNvPr id="221" name="Círculo">
                <a:extLst>
                  <a:ext uri="{FF2B5EF4-FFF2-40B4-BE49-F238E27FC236}">
                    <a16:creationId xmlns:a16="http://schemas.microsoft.com/office/drawing/2014/main" id="{A37C6838-09BB-B2E4-4EA6-554F9D1C54C4}"/>
                  </a:ext>
                </a:extLst>
              </p:cNvPr>
              <p:cNvSpPr/>
              <p:nvPr/>
            </p:nvSpPr>
            <p:spPr>
              <a:xfrm>
                <a:off x="3808825" y="3930880"/>
                <a:ext cx="3175001" cy="3175001"/>
              </a:xfrm>
              <a:prstGeom prst="ellipse">
                <a:avLst/>
              </a:prstGeom>
              <a:solidFill>
                <a:srgbClr val="FFFFFF"/>
              </a:solidFill>
              <a:ln w="76200">
                <a:solidFill>
                  <a:srgbClr val="FF2600"/>
                </a:solidFill>
                <a:miter/>
              </a:ln>
            </p:spPr>
            <p:txBody>
              <a:bodyPr tIns="91439" bIns="91439" anchor="ctr"/>
              <a:lstStyle/>
              <a:p>
                <a:endParaRPr/>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513FD6C6-F2C3-707A-42E7-FE1C4DD36ABF}"/>
                  </a:ext>
                </a:extLst>
              </p:cNvPr>
              <p:cNvSpPr/>
              <p:nvPr/>
            </p:nvSpPr>
            <p:spPr>
              <a:xfrm>
                <a:off x="3300825" y="8691033"/>
                <a:ext cx="4191001" cy="37525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Falta de un sistema de monitoreo y control automatizado para la gestión de recursos hídricos en canales de riego rurales, que permita registrar, controlar y reportar el uso del agua de manera remota y confiable.</a:t>
                </a:r>
              </a:p>
            </p:txBody>
          </p:sp>
          <p:sp>
            <p:nvSpPr>
              <p:cNvPr id="223" name="ITEM 1">
                <a:extLst>
                  <a:ext uri="{FF2B5EF4-FFF2-40B4-BE49-F238E27FC236}">
                    <a16:creationId xmlns:a16="http://schemas.microsoft.com/office/drawing/2014/main" id="{3E994BEE-749A-8D5A-FDCB-0252E0CB8F33}"/>
                  </a:ext>
                </a:extLst>
              </p:cNvPr>
              <p:cNvSpPr txBox="1"/>
              <p:nvPr/>
            </p:nvSpPr>
            <p:spPr>
              <a:xfrm>
                <a:off x="3296401" y="7535971"/>
                <a:ext cx="4199869"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spc="0">
                    <a:sym typeface="Open Sans"/>
                  </a:rPr>
                  <a:t>Requerimiento</a:t>
                </a:r>
                <a:r>
                  <a:rPr lang="es-ES"/>
                  <a:t> Central</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BF282672-9DB6-49F1-4206-80510CC9DA49}"/>
                  </a:ext>
                </a:extLst>
              </p:cNvPr>
              <p:cNvSpPr txBox="1"/>
              <p:nvPr/>
            </p:nvSpPr>
            <p:spPr>
              <a:xfrm>
                <a:off x="3551206" y="8046367"/>
                <a:ext cx="3690241"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Falta de sistema automatizado</a:t>
                </a:r>
                <a:endParaRPr/>
              </a:p>
            </p:txBody>
          </p:sp>
        </p:grpSp>
        <p:grpSp>
          <p:nvGrpSpPr>
            <p:cNvPr id="3" name="Grupo 2">
              <a:extLst>
                <a:ext uri="{FF2B5EF4-FFF2-40B4-BE49-F238E27FC236}">
                  <a16:creationId xmlns:a16="http://schemas.microsoft.com/office/drawing/2014/main" id="{E11B71C7-522F-84D6-DC35-3F3A7FBA894B}"/>
                </a:ext>
              </a:extLst>
            </p:cNvPr>
            <p:cNvGrpSpPr/>
            <p:nvPr/>
          </p:nvGrpSpPr>
          <p:grpSpPr>
            <a:xfrm>
              <a:off x="7170481" y="3930880"/>
              <a:ext cx="5060681" cy="8512654"/>
              <a:chOff x="7396437" y="3930880"/>
              <a:chExt cx="5060681" cy="8512654"/>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CDDD1731-10EC-672D-D304-39BB884FFD65}"/>
                  </a:ext>
                </a:extLst>
              </p:cNvPr>
              <p:cNvSpPr/>
              <p:nvPr/>
            </p:nvSpPr>
            <p:spPr>
              <a:xfrm>
                <a:off x="7831275" y="8691034"/>
                <a:ext cx="4191001" cy="37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Necesidad operacional del sector agrícola de modernizar la gestión hídrica mediante tecnología que proporcione trazabilidad completa, transparencia en entregas de agua y cumplimiento regulatorio ante DGA.</a:t>
                </a:r>
                <a:endParaRPr/>
              </a:p>
            </p:txBody>
          </p:sp>
          <p:sp>
            <p:nvSpPr>
              <p:cNvPr id="219" name="ITEM 2">
                <a:extLst>
                  <a:ext uri="{FF2B5EF4-FFF2-40B4-BE49-F238E27FC236}">
                    <a16:creationId xmlns:a16="http://schemas.microsoft.com/office/drawing/2014/main" id="{325F517A-5A37-B68A-2610-23241BA9CCC2}"/>
                  </a:ext>
                </a:extLst>
              </p:cNvPr>
              <p:cNvSpPr txBox="1"/>
              <p:nvPr/>
            </p:nvSpPr>
            <p:spPr>
              <a:xfrm>
                <a:off x="7396437" y="7535972"/>
                <a:ext cx="5060681"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spc="0">
                    <a:sym typeface="Open Sans"/>
                  </a:rPr>
                  <a:t>Requerimiento</a:t>
                </a:r>
                <a:r>
                  <a:rPr lang="es-CL" sz="2800" b="1">
                    <a:sym typeface="Open Sans"/>
                  </a:rPr>
                  <a:t> Operacional</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581D899B-A7EB-11BB-1DF9-20AE10F2792F}"/>
                  </a:ext>
                </a:extLst>
              </p:cNvPr>
              <p:cNvSpPr txBox="1"/>
              <p:nvPr/>
            </p:nvSpPr>
            <p:spPr>
              <a:xfrm>
                <a:off x="7954601" y="8046367"/>
                <a:ext cx="3944350"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Gestión moderna y transparente</a:t>
                </a:r>
                <a:endParaRPr/>
              </a:p>
            </p:txBody>
          </p:sp>
          <p:sp>
            <p:nvSpPr>
              <p:cNvPr id="225" name="Círculo">
                <a:extLst>
                  <a:ext uri="{FF2B5EF4-FFF2-40B4-BE49-F238E27FC236}">
                    <a16:creationId xmlns:a16="http://schemas.microsoft.com/office/drawing/2014/main" id="{1B1E6BBF-A135-CF2F-B8DC-23BB717AD412}"/>
                  </a:ext>
                </a:extLst>
              </p:cNvPr>
              <p:cNvSpPr/>
              <p:nvPr/>
            </p:nvSpPr>
            <p:spPr>
              <a:xfrm>
                <a:off x="833927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4" name="Grupo 3">
              <a:extLst>
                <a:ext uri="{FF2B5EF4-FFF2-40B4-BE49-F238E27FC236}">
                  <a16:creationId xmlns:a16="http://schemas.microsoft.com/office/drawing/2014/main" id="{C3E35254-ECB2-827A-3BD2-87DDA1F75AD2}"/>
                </a:ext>
              </a:extLst>
            </p:cNvPr>
            <p:cNvGrpSpPr/>
            <p:nvPr/>
          </p:nvGrpSpPr>
          <p:grpSpPr>
            <a:xfrm>
              <a:off x="12470109" y="3930880"/>
              <a:ext cx="4235134" cy="8695844"/>
              <a:chOff x="12339661" y="3930880"/>
              <a:chExt cx="4235134" cy="8695844"/>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6C79093E-1A96-5588-E878-CEABB05F50C7}"/>
                  </a:ext>
                </a:extLst>
              </p:cNvPr>
              <p:cNvSpPr/>
              <p:nvPr/>
            </p:nvSpPr>
            <p:spPr>
              <a:xfrm>
                <a:off x="12361724" y="8691034"/>
                <a:ext cx="4191001" cy="393569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Sistema 4G con sensores análogos, finales de carrera y control de relés para monitoreo de caudales, control remoto de compuertas, interfaz web </a:t>
                </a:r>
                <a:r>
                  <a:rPr lang="es-ES" err="1"/>
                  <a:t>multi-usuario</a:t>
                </a:r>
                <a:r>
                  <a:rPr lang="es-ES"/>
                  <a:t>, almacenamiento de datos históricos y reportes automáticos a DGA.</a:t>
                </a:r>
                <a:endParaRPr/>
              </a:p>
            </p:txBody>
          </p:sp>
          <p:sp>
            <p:nvSpPr>
              <p:cNvPr id="213" name="ITEM 3">
                <a:extLst>
                  <a:ext uri="{FF2B5EF4-FFF2-40B4-BE49-F238E27FC236}">
                    <a16:creationId xmlns:a16="http://schemas.microsoft.com/office/drawing/2014/main" id="{4D18331D-D78B-794E-8519-A13C615E18D0}"/>
                  </a:ext>
                </a:extLst>
              </p:cNvPr>
              <p:cNvSpPr txBox="1"/>
              <p:nvPr/>
            </p:nvSpPr>
            <p:spPr>
              <a:xfrm>
                <a:off x="12339661" y="7535972"/>
                <a:ext cx="4235134"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Requerimiento Técnico</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22DD2A34-6136-EF5C-DD45-4F90D2E245C8}"/>
                  </a:ext>
                </a:extLst>
              </p:cNvPr>
              <p:cNvSpPr txBox="1"/>
              <p:nvPr/>
            </p:nvSpPr>
            <p:spPr>
              <a:xfrm>
                <a:off x="12958450" y="8046367"/>
                <a:ext cx="2997552"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Capacidades del sistema</a:t>
                </a:r>
                <a:endParaRPr/>
              </a:p>
            </p:txBody>
          </p:sp>
          <p:sp>
            <p:nvSpPr>
              <p:cNvPr id="226" name="Círculo">
                <a:extLst>
                  <a:ext uri="{FF2B5EF4-FFF2-40B4-BE49-F238E27FC236}">
                    <a16:creationId xmlns:a16="http://schemas.microsoft.com/office/drawing/2014/main" id="{9BAF1338-CEAF-FBA8-6CD8-3DB8FF2928A7}"/>
                  </a:ext>
                </a:extLst>
              </p:cNvPr>
              <p:cNvSpPr/>
              <p:nvPr/>
            </p:nvSpPr>
            <p:spPr>
              <a:xfrm>
                <a:off x="1286972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5" name="Grupo 4">
              <a:extLst>
                <a:ext uri="{FF2B5EF4-FFF2-40B4-BE49-F238E27FC236}">
                  <a16:creationId xmlns:a16="http://schemas.microsoft.com/office/drawing/2014/main" id="{08990C61-8F54-7E97-69E2-D14D810F61CC}"/>
                </a:ext>
              </a:extLst>
            </p:cNvPr>
            <p:cNvGrpSpPr/>
            <p:nvPr/>
          </p:nvGrpSpPr>
          <p:grpSpPr>
            <a:xfrm>
              <a:off x="17356964" y="3930880"/>
              <a:ext cx="5741956" cy="8512654"/>
              <a:chOff x="16116696" y="3930880"/>
              <a:chExt cx="5741956" cy="8512654"/>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77BB4F88-BED2-D86F-78A4-C01BEF65DCC3}"/>
                  </a:ext>
                </a:extLst>
              </p:cNvPr>
              <p:cNvSpPr/>
              <p:nvPr/>
            </p:nvSpPr>
            <p:spPr>
              <a:xfrm>
                <a:off x="16892175" y="8691034"/>
                <a:ext cx="4191001" cy="37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Sistema escalable que inicie con 30 estaciones para un cliente y permita incorporar múltiples clientes con nuevas estaciones, ya sean de la misma organización o diferentes, garantizando entrega completa y lista para implementar.</a:t>
                </a:r>
                <a:endParaRPr/>
              </a:p>
            </p:txBody>
          </p:sp>
          <p:sp>
            <p:nvSpPr>
              <p:cNvPr id="216" name="ITEM 4">
                <a:extLst>
                  <a:ext uri="{FF2B5EF4-FFF2-40B4-BE49-F238E27FC236}">
                    <a16:creationId xmlns:a16="http://schemas.microsoft.com/office/drawing/2014/main" id="{03573FC9-59E1-9261-0A9C-0B0047855FCE}"/>
                  </a:ext>
                </a:extLst>
              </p:cNvPr>
              <p:cNvSpPr txBox="1"/>
              <p:nvPr/>
            </p:nvSpPr>
            <p:spPr>
              <a:xfrm>
                <a:off x="16116696" y="7535972"/>
                <a:ext cx="5741956"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Requerimiento de Escalabilidad</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D5AE6DF9-095C-1661-C5A5-B98A66572D27}"/>
                  </a:ext>
                </a:extLst>
              </p:cNvPr>
              <p:cNvSpPr txBox="1"/>
              <p:nvPr/>
            </p:nvSpPr>
            <p:spPr>
              <a:xfrm>
                <a:off x="17827614" y="8046367"/>
                <a:ext cx="2320122"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Crecimiento futuro</a:t>
                </a:r>
                <a:endParaRPr/>
              </a:p>
            </p:txBody>
          </p:sp>
          <p:sp>
            <p:nvSpPr>
              <p:cNvPr id="227" name="Círculo">
                <a:extLst>
                  <a:ext uri="{FF2B5EF4-FFF2-40B4-BE49-F238E27FC236}">
                    <a16:creationId xmlns:a16="http://schemas.microsoft.com/office/drawing/2014/main" id="{99B5E20C-B51F-B83D-6678-5C60320F363D}"/>
                  </a:ext>
                </a:extLst>
              </p:cNvPr>
              <p:cNvSpPr/>
              <p:nvPr/>
            </p:nvSpPr>
            <p:spPr>
              <a:xfrm>
                <a:off x="1740017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pic>
        <p:nvPicPr>
          <p:cNvPr id="8" name="Imagen 7" descr="Forma&#10;&#10;El contenido generado por IA puede ser incorrecto.">
            <a:extLst>
              <a:ext uri="{FF2B5EF4-FFF2-40B4-BE49-F238E27FC236}">
                <a16:creationId xmlns:a16="http://schemas.microsoft.com/office/drawing/2014/main" id="{B3074453-DACA-4BCF-50F7-1F7382213E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54578" y="4529421"/>
            <a:ext cx="1907455" cy="1907455"/>
          </a:xfrm>
          <a:prstGeom prst="rect">
            <a:avLst/>
          </a:prstGeom>
        </p:spPr>
      </p:pic>
      <p:pic>
        <p:nvPicPr>
          <p:cNvPr id="12" name="Imagen 11" descr="Forma&#10;&#10;El contenido generado por IA puede ser incorrecto.">
            <a:extLst>
              <a:ext uri="{FF2B5EF4-FFF2-40B4-BE49-F238E27FC236}">
                <a16:creationId xmlns:a16="http://schemas.microsoft.com/office/drawing/2014/main" id="{A74E3333-3AD9-EAF8-C061-AA4C678B9F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90225" y="4560290"/>
            <a:ext cx="1978821" cy="1978821"/>
          </a:xfrm>
          <a:prstGeom prst="rect">
            <a:avLst/>
          </a:prstGeom>
        </p:spPr>
      </p:pic>
      <p:pic>
        <p:nvPicPr>
          <p:cNvPr id="14" name="Imagen 13" descr="Forma&#10;&#10;El contenido generado por IA puede ser incorrecto.">
            <a:extLst>
              <a:ext uri="{FF2B5EF4-FFF2-40B4-BE49-F238E27FC236}">
                <a16:creationId xmlns:a16="http://schemas.microsoft.com/office/drawing/2014/main" id="{10C934C1-7EFA-C3D1-AE8B-1973A4A04B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40845" y="4376505"/>
            <a:ext cx="2274779" cy="2274779"/>
          </a:xfrm>
          <a:prstGeom prst="rect">
            <a:avLst/>
          </a:prstGeom>
        </p:spPr>
      </p:pic>
      <p:pic>
        <p:nvPicPr>
          <p:cNvPr id="16" name="Imagen 15" descr="Forma&#10;&#10;El contenido generado por IA puede ser incorrecto.">
            <a:extLst>
              <a:ext uri="{FF2B5EF4-FFF2-40B4-BE49-F238E27FC236}">
                <a16:creationId xmlns:a16="http://schemas.microsoft.com/office/drawing/2014/main" id="{5FD16AF6-7832-2E06-F28A-82E2F0CCAF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68216" y="4371083"/>
            <a:ext cx="2207896" cy="2207896"/>
          </a:xfrm>
          <a:prstGeom prst="rect">
            <a:avLst/>
          </a:prstGeom>
        </p:spPr>
      </p:pic>
    </p:spTree>
    <p:extLst>
      <p:ext uri="{BB962C8B-B14F-4D97-AF65-F5344CB8AC3E}">
        <p14:creationId xmlns:p14="http://schemas.microsoft.com/office/powerpoint/2010/main" val="297503205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SOLUCIÓN PROPUESTA</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64831500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2ADD-D581-7AC5-3395-BEA762A57BBB}"/>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40F9D489-4B92-07C0-315A-0014522AB6F9}"/>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ES" dirty="0"/>
              <a:t>Solución Propuesta</a:t>
            </a:r>
          </a:p>
          <a:p>
            <a:pPr marL="0" indent="0">
              <a:buSzTx/>
              <a:buFontTx/>
              <a:buNone/>
              <a:defRPr sz="4000" spc="-200"/>
            </a:pPr>
            <a:r>
              <a:rPr lang="es-CL" dirty="0"/>
              <a:t>Subtitulo</a:t>
            </a:r>
          </a:p>
        </p:txBody>
      </p:sp>
      <p:grpSp>
        <p:nvGrpSpPr>
          <p:cNvPr id="2" name="Grupo 1">
            <a:extLst>
              <a:ext uri="{FF2B5EF4-FFF2-40B4-BE49-F238E27FC236}">
                <a16:creationId xmlns:a16="http://schemas.microsoft.com/office/drawing/2014/main" id="{3DB7E158-A764-6640-1967-6D81F0053A46}"/>
              </a:ext>
            </a:extLst>
          </p:cNvPr>
          <p:cNvGrpSpPr/>
          <p:nvPr/>
        </p:nvGrpSpPr>
        <p:grpSpPr>
          <a:xfrm>
            <a:off x="1613311" y="3930880"/>
            <a:ext cx="4749698" cy="8512654"/>
            <a:chOff x="3021487" y="3930880"/>
            <a:chExt cx="4749698" cy="8512654"/>
          </a:xfrm>
        </p:grpSpPr>
        <p:sp>
          <p:nvSpPr>
            <p:cNvPr id="221" name="Círculo">
              <a:extLst>
                <a:ext uri="{FF2B5EF4-FFF2-40B4-BE49-F238E27FC236}">
                  <a16:creationId xmlns:a16="http://schemas.microsoft.com/office/drawing/2014/main" id="{A37C6838-09BB-B2E4-4EA6-554F9D1C54C4}"/>
                </a:ext>
              </a:extLst>
            </p:cNvPr>
            <p:cNvSpPr/>
            <p:nvPr/>
          </p:nvSpPr>
          <p:spPr>
            <a:xfrm>
              <a:off x="3808825" y="3930880"/>
              <a:ext cx="3175001" cy="3175001"/>
            </a:xfrm>
            <a:prstGeom prst="ellipse">
              <a:avLst/>
            </a:prstGeom>
            <a:solidFill>
              <a:srgbClr val="FFFFFF"/>
            </a:solidFill>
            <a:ln w="76200">
              <a:solidFill>
                <a:srgbClr val="FF2600"/>
              </a:solidFill>
              <a:miter/>
            </a:ln>
          </p:spPr>
          <p:txBody>
            <a:bodyPr tIns="91439" bIns="91439" anchor="ctr"/>
            <a:lstStyle/>
            <a:p>
              <a:pPr algn="ctr"/>
              <a:endParaRPr sz="2800" b="1"/>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513FD6C6-F2C3-707A-42E7-FE1C4DD36ABF}"/>
                </a:ext>
              </a:extLst>
            </p:cNvPr>
            <p:cNvSpPr/>
            <p:nvPr/>
          </p:nvSpPr>
          <p:spPr>
            <a:xfrm>
              <a:off x="3300825" y="8691033"/>
              <a:ext cx="4191001" cy="37525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Estaciones con sensores análogos de precisión, finales de carrera magnéticos, relés de estado sólido, módems 4G/LTE industriales, microcontroladores ARM y alimentación solar autónoma en gabinetes IP67.</a:t>
              </a:r>
              <a:endParaRPr/>
            </a:p>
          </p:txBody>
        </p:sp>
        <p:sp>
          <p:nvSpPr>
            <p:cNvPr id="223" name="ITEM 1">
              <a:extLst>
                <a:ext uri="{FF2B5EF4-FFF2-40B4-BE49-F238E27FC236}">
                  <a16:creationId xmlns:a16="http://schemas.microsoft.com/office/drawing/2014/main" id="{3E994BEE-749A-8D5A-FDCB-0252E0CB8F33}"/>
                </a:ext>
              </a:extLst>
            </p:cNvPr>
            <p:cNvSpPr txBox="1"/>
            <p:nvPr/>
          </p:nvSpPr>
          <p:spPr>
            <a:xfrm>
              <a:off x="3021487" y="7535971"/>
              <a:ext cx="4749698"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a:t>Infraestructura de Campo</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BF282672-9DB6-49F1-4206-80510CC9DA49}"/>
                </a:ext>
              </a:extLst>
            </p:cNvPr>
            <p:cNvSpPr txBox="1"/>
            <p:nvPr/>
          </p:nvSpPr>
          <p:spPr>
            <a:xfrm>
              <a:off x="3276611" y="8046367"/>
              <a:ext cx="4239430"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Sensores y equipamiento industrial</a:t>
              </a:r>
              <a:endParaRPr/>
            </a:p>
          </p:txBody>
        </p:sp>
      </p:grpSp>
      <p:grpSp>
        <p:nvGrpSpPr>
          <p:cNvPr id="3" name="Grupo 2">
            <a:extLst>
              <a:ext uri="{FF2B5EF4-FFF2-40B4-BE49-F238E27FC236}">
                <a16:creationId xmlns:a16="http://schemas.microsoft.com/office/drawing/2014/main" id="{4F80ECFB-C0F5-A4DF-235B-1CAAB8AA2F8D}"/>
              </a:ext>
            </a:extLst>
          </p:cNvPr>
          <p:cNvGrpSpPr/>
          <p:nvPr/>
        </p:nvGrpSpPr>
        <p:grpSpPr>
          <a:xfrm>
            <a:off x="6701568" y="3930880"/>
            <a:ext cx="5113580" cy="8512654"/>
            <a:chOff x="7369986" y="3930880"/>
            <a:chExt cx="5113580" cy="8512654"/>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CDDD1731-10EC-672D-D304-39BB884FFD65}"/>
                </a:ext>
              </a:extLst>
            </p:cNvPr>
            <p:cNvSpPr/>
            <p:nvPr/>
          </p:nvSpPr>
          <p:spPr>
            <a:xfrm>
              <a:off x="7831275" y="8691034"/>
              <a:ext cx="4191001" cy="37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CL"/>
                <a:t>Aplicación web con arquitectura cliente-servidor usando Node.js (backend), React.js (frontend), PostgreSQL (datos relacionales), </a:t>
              </a:r>
              <a:r>
                <a:rPr lang="es-CL" err="1"/>
                <a:t>InfluxDB</a:t>
              </a:r>
              <a:r>
                <a:rPr lang="es-CL"/>
                <a:t> (series temporales) y </a:t>
              </a:r>
              <a:r>
                <a:rPr lang="es-CL" err="1"/>
                <a:t>WebSocket</a:t>
              </a:r>
              <a:r>
                <a:rPr lang="es-CL"/>
                <a:t> para actualizaciones en tiempo real.</a:t>
              </a:r>
              <a:endParaRPr/>
            </a:p>
          </p:txBody>
        </p:sp>
        <p:sp>
          <p:nvSpPr>
            <p:cNvPr id="219" name="ITEM 2">
              <a:extLst>
                <a:ext uri="{FF2B5EF4-FFF2-40B4-BE49-F238E27FC236}">
                  <a16:creationId xmlns:a16="http://schemas.microsoft.com/office/drawing/2014/main" id="{325F517A-5A37-B68A-2610-23241BA9CCC2}"/>
                </a:ext>
              </a:extLst>
            </p:cNvPr>
            <p:cNvSpPr txBox="1"/>
            <p:nvPr/>
          </p:nvSpPr>
          <p:spPr>
            <a:xfrm>
              <a:off x="7369986" y="7535972"/>
              <a:ext cx="5113580"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Plataforma Web Responsiva</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581D899B-A7EB-11BB-1DF9-20AE10F2792F}"/>
                </a:ext>
              </a:extLst>
            </p:cNvPr>
            <p:cNvSpPr txBox="1"/>
            <p:nvPr/>
          </p:nvSpPr>
          <p:spPr>
            <a:xfrm>
              <a:off x="8068831" y="8046367"/>
              <a:ext cx="3715889"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Backend y frontend integrados</a:t>
              </a:r>
              <a:endParaRPr/>
            </a:p>
          </p:txBody>
        </p:sp>
        <p:sp>
          <p:nvSpPr>
            <p:cNvPr id="225" name="Círculo">
              <a:extLst>
                <a:ext uri="{FF2B5EF4-FFF2-40B4-BE49-F238E27FC236}">
                  <a16:creationId xmlns:a16="http://schemas.microsoft.com/office/drawing/2014/main" id="{1B1E6BBF-A135-CF2F-B8DC-23BB717AD412}"/>
                </a:ext>
              </a:extLst>
            </p:cNvPr>
            <p:cNvSpPr/>
            <p:nvPr/>
          </p:nvSpPr>
          <p:spPr>
            <a:xfrm>
              <a:off x="8339275" y="3930880"/>
              <a:ext cx="3175001" cy="3175001"/>
            </a:xfrm>
            <a:prstGeom prst="ellipse">
              <a:avLst/>
            </a:prstGeom>
            <a:solidFill>
              <a:srgbClr val="FFFFFF"/>
            </a:solidFill>
            <a:ln w="76200">
              <a:solidFill>
                <a:srgbClr val="FF2600"/>
              </a:solidFill>
              <a:miter/>
            </a:ln>
          </p:spPr>
          <p:txBody>
            <a:bodyPr tIns="91439" bIns="91439" anchor="ctr"/>
            <a:lstStyle/>
            <a:p>
              <a:pPr algn="ctr"/>
              <a:endParaRPr lang="es-ES" sz="2800" b="1"/>
            </a:p>
          </p:txBody>
        </p:sp>
      </p:grpSp>
      <p:grpSp>
        <p:nvGrpSpPr>
          <p:cNvPr id="4" name="Grupo 3">
            <a:extLst>
              <a:ext uri="{FF2B5EF4-FFF2-40B4-BE49-F238E27FC236}">
                <a16:creationId xmlns:a16="http://schemas.microsoft.com/office/drawing/2014/main" id="{C02D4DF0-216E-4C5C-388D-8860C60CC631}"/>
              </a:ext>
            </a:extLst>
          </p:cNvPr>
          <p:cNvGrpSpPr/>
          <p:nvPr/>
        </p:nvGrpSpPr>
        <p:grpSpPr>
          <a:xfrm>
            <a:off x="12153707" y="3930880"/>
            <a:ext cx="4834657" cy="8512654"/>
            <a:chOff x="12039899" y="3930880"/>
            <a:chExt cx="4834657" cy="8512654"/>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6C79093E-1A96-5588-E878-CEABB05F50C7}"/>
                </a:ext>
              </a:extLst>
            </p:cNvPr>
            <p:cNvSpPr/>
            <p:nvPr/>
          </p:nvSpPr>
          <p:spPr>
            <a:xfrm>
              <a:off x="12361724" y="8691034"/>
              <a:ext cx="4191001" cy="37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Red de comunicaciones 4G/LTE con protocolos MQTT optimizados, VPN segura, </a:t>
              </a:r>
              <a:r>
                <a:rPr lang="es-ES" err="1"/>
                <a:t>failover</a:t>
              </a:r>
              <a:r>
                <a:rPr lang="es-ES"/>
                <a:t> entre operadores, transmisión cada 5 minutos en operación normal y cada 1 segundo durante maniobras remotas.</a:t>
              </a:r>
              <a:endParaRPr/>
            </a:p>
          </p:txBody>
        </p:sp>
        <p:sp>
          <p:nvSpPr>
            <p:cNvPr id="213" name="ITEM 3">
              <a:extLst>
                <a:ext uri="{FF2B5EF4-FFF2-40B4-BE49-F238E27FC236}">
                  <a16:creationId xmlns:a16="http://schemas.microsoft.com/office/drawing/2014/main" id="{4D18331D-D78B-794E-8519-A13C615E18D0}"/>
                </a:ext>
              </a:extLst>
            </p:cNvPr>
            <p:cNvSpPr txBox="1"/>
            <p:nvPr/>
          </p:nvSpPr>
          <p:spPr>
            <a:xfrm>
              <a:off x="12039899" y="7535972"/>
              <a:ext cx="4834657"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Conectividad 4G Industrial</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22DD2A34-6136-EF5C-DD45-4F90D2E245C8}"/>
                </a:ext>
              </a:extLst>
            </p:cNvPr>
            <p:cNvSpPr txBox="1"/>
            <p:nvPr/>
          </p:nvSpPr>
          <p:spPr>
            <a:xfrm>
              <a:off x="12680265" y="8046367"/>
              <a:ext cx="3553923"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Transmisión de datos remota</a:t>
              </a:r>
              <a:endParaRPr/>
            </a:p>
          </p:txBody>
        </p:sp>
        <p:sp>
          <p:nvSpPr>
            <p:cNvPr id="226" name="Círculo">
              <a:extLst>
                <a:ext uri="{FF2B5EF4-FFF2-40B4-BE49-F238E27FC236}">
                  <a16:creationId xmlns:a16="http://schemas.microsoft.com/office/drawing/2014/main" id="{9BAF1338-CEAF-FBA8-6CD8-3DB8FF2928A7}"/>
                </a:ext>
              </a:extLst>
            </p:cNvPr>
            <p:cNvSpPr/>
            <p:nvPr/>
          </p:nvSpPr>
          <p:spPr>
            <a:xfrm>
              <a:off x="12869725" y="3930880"/>
              <a:ext cx="3175001" cy="3175001"/>
            </a:xfrm>
            <a:prstGeom prst="ellipse">
              <a:avLst/>
            </a:prstGeom>
            <a:solidFill>
              <a:srgbClr val="FFFFFF"/>
            </a:solidFill>
            <a:ln w="76200">
              <a:solidFill>
                <a:srgbClr val="FF2600"/>
              </a:solidFill>
              <a:miter/>
            </a:ln>
          </p:spPr>
          <p:txBody>
            <a:bodyPr tIns="91439" bIns="91439" anchor="ctr"/>
            <a:lstStyle/>
            <a:p>
              <a:pPr algn="ctr"/>
              <a:endParaRPr lang="es-ES" sz="2800" b="1"/>
            </a:p>
          </p:txBody>
        </p:sp>
      </p:grpSp>
      <p:grpSp>
        <p:nvGrpSpPr>
          <p:cNvPr id="5" name="Grupo 4">
            <a:extLst>
              <a:ext uri="{FF2B5EF4-FFF2-40B4-BE49-F238E27FC236}">
                <a16:creationId xmlns:a16="http://schemas.microsoft.com/office/drawing/2014/main" id="{13B8E59C-0B52-372B-D664-274E7580A875}"/>
              </a:ext>
            </a:extLst>
          </p:cNvPr>
          <p:cNvGrpSpPr/>
          <p:nvPr/>
        </p:nvGrpSpPr>
        <p:grpSpPr>
          <a:xfrm>
            <a:off x="17326924" y="3930880"/>
            <a:ext cx="4491935" cy="8019164"/>
            <a:chOff x="16741708" y="3930880"/>
            <a:chExt cx="4491935" cy="8019164"/>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77BB4F88-BED2-D86F-78A4-C01BEF65DCC3}"/>
                </a:ext>
              </a:extLst>
            </p:cNvPr>
            <p:cNvSpPr/>
            <p:nvPr/>
          </p:nvSpPr>
          <p:spPr>
            <a:xfrm>
              <a:off x="16892175" y="8691034"/>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Cifrado, autenticación, control de acceso con 3 niveles de usuario, almacenamiento de datos históricos por 7 años, reportes automáticos a DGA y sistema de alertas ante irregularidades.</a:t>
              </a:r>
              <a:endParaRPr/>
            </a:p>
          </p:txBody>
        </p:sp>
        <p:sp>
          <p:nvSpPr>
            <p:cNvPr id="216" name="ITEM 4">
              <a:extLst>
                <a:ext uri="{FF2B5EF4-FFF2-40B4-BE49-F238E27FC236}">
                  <a16:creationId xmlns:a16="http://schemas.microsoft.com/office/drawing/2014/main" id="{03573FC9-59E1-9261-0A9C-0B0047855FCE}"/>
                </a:ext>
              </a:extLst>
            </p:cNvPr>
            <p:cNvSpPr txBox="1"/>
            <p:nvPr/>
          </p:nvSpPr>
          <p:spPr>
            <a:xfrm>
              <a:off x="17286888" y="7535972"/>
              <a:ext cx="3401573" cy="550792"/>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Seguridad Integral</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D5AE6DF9-095C-1661-C5A5-B98A66572D27}"/>
                </a:ext>
              </a:extLst>
            </p:cNvPr>
            <p:cNvSpPr txBox="1"/>
            <p:nvPr/>
          </p:nvSpPr>
          <p:spPr>
            <a:xfrm>
              <a:off x="16741708" y="8046367"/>
              <a:ext cx="449193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Protección y cumplimiento normativo</a:t>
              </a:r>
              <a:endParaRPr/>
            </a:p>
          </p:txBody>
        </p:sp>
        <p:sp>
          <p:nvSpPr>
            <p:cNvPr id="227" name="Círculo">
              <a:extLst>
                <a:ext uri="{FF2B5EF4-FFF2-40B4-BE49-F238E27FC236}">
                  <a16:creationId xmlns:a16="http://schemas.microsoft.com/office/drawing/2014/main" id="{99B5E20C-B51F-B83D-6678-5C60320F363D}"/>
                </a:ext>
              </a:extLst>
            </p:cNvPr>
            <p:cNvSpPr/>
            <p:nvPr/>
          </p:nvSpPr>
          <p:spPr>
            <a:xfrm>
              <a:off x="17400175" y="3930880"/>
              <a:ext cx="3175001" cy="3175001"/>
            </a:xfrm>
            <a:prstGeom prst="ellipse">
              <a:avLst/>
            </a:prstGeom>
            <a:solidFill>
              <a:srgbClr val="FFFFFF"/>
            </a:solidFill>
            <a:ln w="76200">
              <a:solidFill>
                <a:srgbClr val="FF2600"/>
              </a:solidFill>
              <a:miter/>
            </a:ln>
          </p:spPr>
          <p:txBody>
            <a:bodyPr tIns="91439" bIns="91439" anchor="ctr"/>
            <a:lstStyle/>
            <a:p>
              <a:pPr algn="ctr"/>
              <a:endParaRPr lang="es-ES" sz="2800" b="1"/>
            </a:p>
          </p:txBody>
        </p:sp>
      </p:grpSp>
      <p:pic>
        <p:nvPicPr>
          <p:cNvPr id="7" name="Imagen 6" descr="Forma&#10;&#10;El contenido generado por IA puede ser incorrecto.">
            <a:extLst>
              <a:ext uri="{FF2B5EF4-FFF2-40B4-BE49-F238E27FC236}">
                <a16:creationId xmlns:a16="http://schemas.microsoft.com/office/drawing/2014/main" id="{FFB3B111-19A2-1FBE-8BA4-5FAC5FB6B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52411" y="4390515"/>
            <a:ext cx="2255731" cy="2255731"/>
          </a:xfrm>
          <a:prstGeom prst="rect">
            <a:avLst/>
          </a:prstGeom>
        </p:spPr>
      </p:pic>
      <p:pic>
        <p:nvPicPr>
          <p:cNvPr id="9" name="Imagen 8" descr="Forma&#10;&#10;El contenido generado por IA puede ser incorrecto.">
            <a:extLst>
              <a:ext uri="{FF2B5EF4-FFF2-40B4-BE49-F238E27FC236}">
                <a16:creationId xmlns:a16="http://schemas.microsoft.com/office/drawing/2014/main" id="{B0364D2F-FFC2-F97C-0C4B-D867D1DC174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51112" y="4458821"/>
            <a:ext cx="2056955" cy="2056955"/>
          </a:xfrm>
          <a:prstGeom prst="rect">
            <a:avLst/>
          </a:prstGeom>
        </p:spPr>
      </p:pic>
      <p:pic>
        <p:nvPicPr>
          <p:cNvPr id="11" name="Imagen 10" descr="Forma&#10;&#10;El contenido generado por IA puede ser incorrecto.">
            <a:extLst>
              <a:ext uri="{FF2B5EF4-FFF2-40B4-BE49-F238E27FC236}">
                <a16:creationId xmlns:a16="http://schemas.microsoft.com/office/drawing/2014/main" id="{0E06A9F2-642E-CE5D-6FBA-ADC282776E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38899" y="4494866"/>
            <a:ext cx="2067981" cy="2067981"/>
          </a:xfrm>
          <a:prstGeom prst="rect">
            <a:avLst/>
          </a:prstGeom>
        </p:spPr>
      </p:pic>
      <p:pic>
        <p:nvPicPr>
          <p:cNvPr id="13" name="Imagen 12" descr="Forma&#10;&#10;El contenido generado por IA puede ser incorrecto.">
            <a:extLst>
              <a:ext uri="{FF2B5EF4-FFF2-40B4-BE49-F238E27FC236}">
                <a16:creationId xmlns:a16="http://schemas.microsoft.com/office/drawing/2014/main" id="{1843C0D2-7C04-6FFE-6762-63C9C5833C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83184" y="4453959"/>
            <a:ext cx="2061585" cy="2061585"/>
          </a:xfrm>
          <a:prstGeom prst="rect">
            <a:avLst/>
          </a:prstGeom>
        </p:spPr>
      </p:pic>
    </p:spTree>
    <p:extLst>
      <p:ext uri="{BB962C8B-B14F-4D97-AF65-F5344CB8AC3E}">
        <p14:creationId xmlns:p14="http://schemas.microsoft.com/office/powerpoint/2010/main" val="158513870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OBJETIVOS DEL PROYECTO</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140422539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l="34" r="34"/>
          <a:stretch/>
        </p:blipFill>
        <p:spPr>
          <a:prstGeom prst="rect">
            <a:avLst/>
          </a:prstGeom>
        </p:spPr>
      </p:pic>
      <p:sp>
        <p:nvSpPr>
          <p:cNvPr id="199" name="Título de la diapositiva…"/>
          <p:cNvSpPr txBox="1">
            <a:spLocks noGrp="1"/>
          </p:cNvSpPr>
          <p:nvPr>
            <p:ph type="body" idx="14"/>
          </p:nvPr>
        </p:nvSpPr>
        <p:spPr>
          <a:xfrm>
            <a:off x="10214434" y="3950120"/>
            <a:ext cx="11907012" cy="1723547"/>
          </a:xfrm>
          <a:prstGeom prst="rect">
            <a:avLst/>
          </a:prstGeom>
        </p:spPr>
        <p:txBody>
          <a:bodyPr/>
          <a:lstStyle/>
          <a:p>
            <a:pPr marL="0" indent="0">
              <a:buSzTx/>
              <a:buFontTx/>
              <a:buNone/>
              <a:defRPr sz="6000" b="1" spc="-300">
                <a:latin typeface="+mn-lt"/>
                <a:ea typeface="+mn-ea"/>
                <a:cs typeface="+mn-cs"/>
                <a:sym typeface="Open Sans"/>
              </a:defRPr>
            </a:pPr>
            <a:r>
              <a:rPr lang="es-CL" dirty="0"/>
              <a:t>Objetivos del Proyecto</a:t>
            </a:r>
            <a:endParaRPr dirty="0"/>
          </a:p>
          <a:p>
            <a:pPr marL="0" indent="0">
              <a:buSzTx/>
              <a:buFontTx/>
              <a:buNone/>
              <a:defRPr sz="4000" spc="-200"/>
            </a:pPr>
            <a:r>
              <a:rPr lang="es-CL" dirty="0"/>
              <a:t>Objetivo General</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4339648"/>
          </a:xfrm>
          <a:prstGeom prst="rect">
            <a:avLst/>
          </a:prstGeom>
        </p:spPr>
        <p:txBody>
          <a:bodyPr/>
          <a:lstStyle/>
          <a:p>
            <a:r>
              <a:rPr lang="es-ES" dirty="0"/>
              <a:t>Desarrollar un </a:t>
            </a:r>
            <a:r>
              <a:rPr lang="es-ES" b="1" dirty="0"/>
              <a:t>sistema integral de telemetría automatizado</a:t>
            </a:r>
            <a:r>
              <a:rPr lang="es-ES" dirty="0"/>
              <a:t> basado en comunicaciones </a:t>
            </a:r>
            <a:r>
              <a:rPr lang="es-ES" b="1" dirty="0"/>
              <a:t>4G/LTE</a:t>
            </a:r>
            <a:r>
              <a:rPr lang="es-ES" dirty="0"/>
              <a:t> para la gestión remota de recursos hídricos en </a:t>
            </a:r>
            <a:r>
              <a:rPr lang="es-ES" b="1" dirty="0"/>
              <a:t>estaciones</a:t>
            </a:r>
            <a:r>
              <a:rPr lang="es-ES" dirty="0"/>
              <a:t> de canales de riego, que permita:</a:t>
            </a:r>
            <a:endParaRPr lang="es-CL" dirty="0"/>
          </a:p>
          <a:p>
            <a:endParaRPr lang="es-CL" dirty="0"/>
          </a:p>
          <a:p>
            <a:pPr marL="457200" indent="-457200">
              <a:buFont typeface="Arial" panose="020B0604020202020204" pitchFamily="34" charset="0"/>
              <a:buChar char="•"/>
            </a:pPr>
            <a:r>
              <a:rPr lang="es-CL" dirty="0"/>
              <a:t>Monitoreo continuo de caudales mediante sensores análogos</a:t>
            </a:r>
          </a:p>
          <a:p>
            <a:pPr marL="457200" indent="-457200">
              <a:buFont typeface="Arial" panose="020B0604020202020204" pitchFamily="34" charset="0"/>
              <a:buChar char="•"/>
            </a:pPr>
            <a:r>
              <a:rPr lang="es-ES" dirty="0"/>
              <a:t>Control remoto bidireccional de compuertas</a:t>
            </a:r>
          </a:p>
          <a:p>
            <a:pPr marL="457200" indent="-457200">
              <a:buFont typeface="Arial" panose="020B0604020202020204" pitchFamily="34" charset="0"/>
              <a:buChar char="•"/>
            </a:pPr>
            <a:r>
              <a:rPr lang="es-ES" dirty="0"/>
              <a:t>Trazabilidad completa de entregas de agua</a:t>
            </a:r>
            <a:endParaRPr lang="es-CL" dirty="0"/>
          </a:p>
          <a:p>
            <a:endParaRPr lang="es-CL" dirty="0"/>
          </a:p>
          <a:p>
            <a:endParaRPr lang="es-CL" dirty="0"/>
          </a:p>
        </p:txBody>
      </p:sp>
    </p:spTree>
    <p:extLst>
      <p:ext uri="{BB962C8B-B14F-4D97-AF65-F5344CB8AC3E}">
        <p14:creationId xmlns:p14="http://schemas.microsoft.com/office/powerpoint/2010/main" val="207463026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2ADD-D581-7AC5-3395-BEA762A57BBB}"/>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40F9D489-4B92-07C0-315A-0014522AB6F9}"/>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ES" dirty="0"/>
              <a:t>Objetivos del Proyecto</a:t>
            </a:r>
          </a:p>
          <a:p>
            <a:pPr marL="0" indent="0">
              <a:buSzTx/>
              <a:buFontTx/>
              <a:buNone/>
              <a:defRPr sz="4000" spc="-200"/>
            </a:pPr>
            <a:r>
              <a:rPr lang="es-CL" dirty="0"/>
              <a:t>Objetivos específicos</a:t>
            </a:r>
          </a:p>
        </p:txBody>
      </p:sp>
      <p:grpSp>
        <p:nvGrpSpPr>
          <p:cNvPr id="6" name="Grupo 5">
            <a:extLst>
              <a:ext uri="{FF2B5EF4-FFF2-40B4-BE49-F238E27FC236}">
                <a16:creationId xmlns:a16="http://schemas.microsoft.com/office/drawing/2014/main" id="{4DB99F12-DE5A-A670-ADBA-AA5D07A0C39D}"/>
              </a:ext>
            </a:extLst>
          </p:cNvPr>
          <p:cNvGrpSpPr/>
          <p:nvPr/>
        </p:nvGrpSpPr>
        <p:grpSpPr>
          <a:xfrm>
            <a:off x="1780102" y="3930880"/>
            <a:ext cx="4881143" cy="8093808"/>
            <a:chOff x="1668136" y="3930880"/>
            <a:chExt cx="4881143" cy="8093808"/>
          </a:xfrm>
        </p:grpSpPr>
        <p:sp>
          <p:nvSpPr>
            <p:cNvPr id="221" name="Círculo">
              <a:extLst>
                <a:ext uri="{FF2B5EF4-FFF2-40B4-BE49-F238E27FC236}">
                  <a16:creationId xmlns:a16="http://schemas.microsoft.com/office/drawing/2014/main" id="{A37C6838-09BB-B2E4-4EA6-554F9D1C54C4}"/>
                </a:ext>
              </a:extLst>
            </p:cNvPr>
            <p:cNvSpPr/>
            <p:nvPr/>
          </p:nvSpPr>
          <p:spPr>
            <a:xfrm>
              <a:off x="2521198" y="3930880"/>
              <a:ext cx="3175001" cy="3175001"/>
            </a:xfrm>
            <a:prstGeom prst="ellipse">
              <a:avLst/>
            </a:prstGeom>
            <a:solidFill>
              <a:srgbClr val="FFFFFF"/>
            </a:solidFill>
            <a:ln w="76200">
              <a:solidFill>
                <a:srgbClr val="FF2600"/>
              </a:solidFill>
              <a:miter/>
            </a:ln>
          </p:spPr>
          <p:txBody>
            <a:bodyPr tIns="91439" bIns="91439" anchor="ctr"/>
            <a:lstStyle/>
            <a:p>
              <a:endParaRPr/>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513FD6C6-F2C3-707A-42E7-FE1C4DD36ABF}"/>
                </a:ext>
              </a:extLst>
            </p:cNvPr>
            <p:cNvSpPr/>
            <p:nvPr/>
          </p:nvSpPr>
          <p:spPr>
            <a:xfrm>
              <a:off x="2013198" y="8765678"/>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CL"/>
                <a:t>Desarrollar infraestructura de software para adquisición, procesamiento y transmisión de datos desde estaciones remotas</a:t>
              </a:r>
              <a:endParaRPr/>
            </a:p>
          </p:txBody>
        </p:sp>
        <p:sp>
          <p:nvSpPr>
            <p:cNvPr id="223" name="ITEM 1">
              <a:extLst>
                <a:ext uri="{FF2B5EF4-FFF2-40B4-BE49-F238E27FC236}">
                  <a16:creationId xmlns:a16="http://schemas.microsoft.com/office/drawing/2014/main" id="{3E994BEE-749A-8D5A-FDCB-0252E0CB8F33}"/>
                </a:ext>
              </a:extLst>
            </p:cNvPr>
            <p:cNvSpPr txBox="1"/>
            <p:nvPr/>
          </p:nvSpPr>
          <p:spPr>
            <a:xfrm>
              <a:off x="1668136" y="7298983"/>
              <a:ext cx="4881143"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a:t>Adquisición y Transmisión</a:t>
              </a:r>
            </a:p>
            <a:p>
              <a:pPr algn="ctr" defTabSz="584200">
                <a:lnSpc>
                  <a:spcPct val="110000"/>
                </a:lnSpc>
                <a:defRPr sz="2800" b="1" spc="0">
                  <a:latin typeface="+mn-lt"/>
                  <a:ea typeface="+mn-ea"/>
                  <a:cs typeface="+mn-cs"/>
                  <a:sym typeface="Open Sans"/>
                </a:defRPr>
              </a:pPr>
              <a:r>
                <a:rPr lang="es-ES"/>
                <a:t>de Datos</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BF282672-9DB6-49F1-4206-80510CC9DA49}"/>
                </a:ext>
              </a:extLst>
            </p:cNvPr>
            <p:cNvSpPr txBox="1"/>
            <p:nvPr/>
          </p:nvSpPr>
          <p:spPr>
            <a:xfrm>
              <a:off x="1762095" y="8222849"/>
              <a:ext cx="4693209"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ES"/>
                <a:t>Infraestructura de hardware y software</a:t>
              </a:r>
              <a:endParaRPr/>
            </a:p>
          </p:txBody>
        </p:sp>
      </p:grpSp>
      <p:grpSp>
        <p:nvGrpSpPr>
          <p:cNvPr id="5" name="Grupo 4">
            <a:extLst>
              <a:ext uri="{FF2B5EF4-FFF2-40B4-BE49-F238E27FC236}">
                <a16:creationId xmlns:a16="http://schemas.microsoft.com/office/drawing/2014/main" id="{8BB9E89F-D0C8-F03F-8E6A-8F711F00A5ED}"/>
              </a:ext>
            </a:extLst>
          </p:cNvPr>
          <p:cNvGrpSpPr/>
          <p:nvPr/>
        </p:nvGrpSpPr>
        <p:grpSpPr>
          <a:xfrm>
            <a:off x="7021644" y="3930880"/>
            <a:ext cx="5600892" cy="8093808"/>
            <a:chOff x="7126328" y="3930880"/>
            <a:chExt cx="5600892" cy="8093808"/>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CDDD1731-10EC-672D-D304-39BB884FFD65}"/>
                </a:ext>
              </a:extLst>
            </p:cNvPr>
            <p:cNvSpPr/>
            <p:nvPr/>
          </p:nvSpPr>
          <p:spPr>
            <a:xfrm>
              <a:off x="7831275" y="8765678"/>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Implementar aplicación web que permita visualización en tiempo real, control remoto de compuertas, gestión de usuarios con 3 niveles de acceso, y generación de reportes descargables.</a:t>
              </a:r>
              <a:endParaRPr/>
            </a:p>
          </p:txBody>
        </p:sp>
        <p:sp>
          <p:nvSpPr>
            <p:cNvPr id="219" name="ITEM 2">
              <a:extLst>
                <a:ext uri="{FF2B5EF4-FFF2-40B4-BE49-F238E27FC236}">
                  <a16:creationId xmlns:a16="http://schemas.microsoft.com/office/drawing/2014/main" id="{325F517A-5A37-B68A-2610-23241BA9CCC2}"/>
                </a:ext>
              </a:extLst>
            </p:cNvPr>
            <p:cNvSpPr txBox="1"/>
            <p:nvPr/>
          </p:nvSpPr>
          <p:spPr>
            <a:xfrm>
              <a:off x="7126328" y="7298984"/>
              <a:ext cx="5600892"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Plataforma Web de Monitoreo</a:t>
              </a:r>
            </a:p>
            <a:p>
              <a:pPr algn="ctr" defTabSz="584200">
                <a:lnSpc>
                  <a:spcPct val="110000"/>
                </a:lnSpc>
                <a:defRPr sz="2800" b="1" spc="0">
                  <a:latin typeface="+mn-lt"/>
                  <a:ea typeface="+mn-ea"/>
                  <a:cs typeface="+mn-cs"/>
                  <a:sym typeface="Open Sans"/>
                </a:defRPr>
              </a:pPr>
              <a:r>
                <a:rPr lang="es-ES" sz="2800" b="1">
                  <a:sym typeface="Open Sans"/>
                </a:rPr>
                <a:t>y Control</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581D899B-A7EB-11BB-1DF9-20AE10F2792F}"/>
                </a:ext>
              </a:extLst>
            </p:cNvPr>
            <p:cNvSpPr txBox="1"/>
            <p:nvPr/>
          </p:nvSpPr>
          <p:spPr>
            <a:xfrm>
              <a:off x="7742908" y="8222849"/>
              <a:ext cx="436773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ES"/>
                <a:t>Interfaz responsiva y control remoto</a:t>
              </a:r>
              <a:endParaRPr/>
            </a:p>
          </p:txBody>
        </p:sp>
        <p:sp>
          <p:nvSpPr>
            <p:cNvPr id="225" name="Círculo">
              <a:extLst>
                <a:ext uri="{FF2B5EF4-FFF2-40B4-BE49-F238E27FC236}">
                  <a16:creationId xmlns:a16="http://schemas.microsoft.com/office/drawing/2014/main" id="{1B1E6BBF-A135-CF2F-B8DC-23BB717AD412}"/>
                </a:ext>
              </a:extLst>
            </p:cNvPr>
            <p:cNvSpPr/>
            <p:nvPr/>
          </p:nvSpPr>
          <p:spPr>
            <a:xfrm>
              <a:off x="833927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4" name="Grupo 3">
            <a:extLst>
              <a:ext uri="{FF2B5EF4-FFF2-40B4-BE49-F238E27FC236}">
                <a16:creationId xmlns:a16="http://schemas.microsoft.com/office/drawing/2014/main" id="{8AF9E484-66AC-0C53-09D7-B4CA6B6F4411}"/>
              </a:ext>
            </a:extLst>
          </p:cNvPr>
          <p:cNvGrpSpPr/>
          <p:nvPr/>
        </p:nvGrpSpPr>
        <p:grpSpPr>
          <a:xfrm>
            <a:off x="12982935" y="3930880"/>
            <a:ext cx="4491935" cy="8770488"/>
            <a:chOff x="12211259" y="3930880"/>
            <a:chExt cx="4491935" cy="8770488"/>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6C79093E-1A96-5588-E878-CEABB05F50C7}"/>
                </a:ext>
              </a:extLst>
            </p:cNvPr>
            <p:cNvSpPr/>
            <p:nvPr/>
          </p:nvSpPr>
          <p:spPr>
            <a:xfrm>
              <a:off x="12361724" y="8765678"/>
              <a:ext cx="4191001" cy="393569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Garantizar seguridad multicapa, autenticación 2FA, control de acceso, encriptación, auditoría completa con retención de 7 años, respaldos automáticos diarios, y cumplimiento de Ley 19.628 de Protección de Datos.</a:t>
              </a:r>
              <a:endParaRPr/>
            </a:p>
          </p:txBody>
        </p:sp>
        <p:sp>
          <p:nvSpPr>
            <p:cNvPr id="213" name="ITEM 3">
              <a:extLst>
                <a:ext uri="{FF2B5EF4-FFF2-40B4-BE49-F238E27FC236}">
                  <a16:creationId xmlns:a16="http://schemas.microsoft.com/office/drawing/2014/main" id="{4D18331D-D78B-794E-8519-A13C615E18D0}"/>
                </a:ext>
              </a:extLst>
            </p:cNvPr>
            <p:cNvSpPr txBox="1"/>
            <p:nvPr/>
          </p:nvSpPr>
          <p:spPr>
            <a:xfrm>
              <a:off x="12709952" y="7298984"/>
              <a:ext cx="3494546"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Seguridad Integral</a:t>
              </a:r>
            </a:p>
            <a:p>
              <a:pPr algn="ctr" defTabSz="584200">
                <a:lnSpc>
                  <a:spcPct val="110000"/>
                </a:lnSpc>
                <a:defRPr sz="2800" b="1" spc="0">
                  <a:latin typeface="+mn-lt"/>
                  <a:ea typeface="+mn-ea"/>
                  <a:cs typeface="+mn-cs"/>
                  <a:sym typeface="Open Sans"/>
                </a:defRPr>
              </a:pPr>
              <a:r>
                <a:rPr lang="es-CL" sz="2800" b="1">
                  <a:sym typeface="Open Sans"/>
                </a:rPr>
                <a:t>del Sistema</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22DD2A34-6136-EF5C-DD45-4F90D2E245C8}"/>
                </a:ext>
              </a:extLst>
            </p:cNvPr>
            <p:cNvSpPr txBox="1"/>
            <p:nvPr/>
          </p:nvSpPr>
          <p:spPr>
            <a:xfrm>
              <a:off x="12211259" y="8222849"/>
              <a:ext cx="449193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Protección y cumplimiento normativo</a:t>
              </a:r>
              <a:endParaRPr/>
            </a:p>
          </p:txBody>
        </p:sp>
        <p:sp>
          <p:nvSpPr>
            <p:cNvPr id="226" name="Círculo">
              <a:extLst>
                <a:ext uri="{FF2B5EF4-FFF2-40B4-BE49-F238E27FC236}">
                  <a16:creationId xmlns:a16="http://schemas.microsoft.com/office/drawing/2014/main" id="{9BAF1338-CEAF-FBA8-6CD8-3DB8FF2928A7}"/>
                </a:ext>
              </a:extLst>
            </p:cNvPr>
            <p:cNvSpPr/>
            <p:nvPr/>
          </p:nvSpPr>
          <p:spPr>
            <a:xfrm>
              <a:off x="1286972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3" name="Grupo 2">
            <a:extLst>
              <a:ext uri="{FF2B5EF4-FFF2-40B4-BE49-F238E27FC236}">
                <a16:creationId xmlns:a16="http://schemas.microsoft.com/office/drawing/2014/main" id="{0D67E1F2-3849-D5CB-8192-C5901620C667}"/>
              </a:ext>
            </a:extLst>
          </p:cNvPr>
          <p:cNvGrpSpPr/>
          <p:nvPr/>
        </p:nvGrpSpPr>
        <p:grpSpPr>
          <a:xfrm>
            <a:off x="17835269" y="3930880"/>
            <a:ext cx="5365251" cy="8093808"/>
            <a:chOff x="16305049" y="3930880"/>
            <a:chExt cx="5365251" cy="8093808"/>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77BB4F88-BED2-D86F-78A4-C01BEF65DCC3}"/>
                </a:ext>
              </a:extLst>
            </p:cNvPr>
            <p:cNvSpPr/>
            <p:nvPr/>
          </p:nvSpPr>
          <p:spPr>
            <a:xfrm>
              <a:off x="16892175" y="8765678"/>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Ejecutar programa de capacitación con material didáctico completo (manuales, videos, guías), acompañamiento en terreno, sistema de soporte y transferencia de conocimiento técnico.</a:t>
              </a:r>
              <a:endParaRPr/>
            </a:p>
          </p:txBody>
        </p:sp>
        <p:sp>
          <p:nvSpPr>
            <p:cNvPr id="216" name="ITEM 4">
              <a:extLst>
                <a:ext uri="{FF2B5EF4-FFF2-40B4-BE49-F238E27FC236}">
                  <a16:creationId xmlns:a16="http://schemas.microsoft.com/office/drawing/2014/main" id="{03573FC9-59E1-9261-0A9C-0B0047855FCE}"/>
                </a:ext>
              </a:extLst>
            </p:cNvPr>
            <p:cNvSpPr txBox="1"/>
            <p:nvPr/>
          </p:nvSpPr>
          <p:spPr>
            <a:xfrm>
              <a:off x="16305049" y="7298984"/>
              <a:ext cx="5365251"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Capacitación y Transferencia </a:t>
              </a:r>
            </a:p>
            <a:p>
              <a:pPr algn="ctr" defTabSz="584200">
                <a:lnSpc>
                  <a:spcPct val="110000"/>
                </a:lnSpc>
                <a:defRPr sz="2800" b="1" spc="0">
                  <a:latin typeface="+mn-lt"/>
                  <a:ea typeface="+mn-ea"/>
                  <a:cs typeface="+mn-cs"/>
                  <a:sym typeface="Open Sans"/>
                </a:defRPr>
              </a:pPr>
              <a:r>
                <a:rPr lang="es-CL" sz="2800" b="1">
                  <a:sym typeface="Open Sans"/>
                </a:rPr>
                <a:t>Tecnológica</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D5AE6DF9-095C-1661-C5A5-B98A66572D27}"/>
                </a:ext>
              </a:extLst>
            </p:cNvPr>
            <p:cNvSpPr txBox="1"/>
            <p:nvPr/>
          </p:nvSpPr>
          <p:spPr>
            <a:xfrm>
              <a:off x="17438373" y="8222849"/>
              <a:ext cx="309860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Adopción y sostenibilidad</a:t>
              </a:r>
              <a:endParaRPr/>
            </a:p>
          </p:txBody>
        </p:sp>
        <p:sp>
          <p:nvSpPr>
            <p:cNvPr id="227" name="Círculo">
              <a:extLst>
                <a:ext uri="{FF2B5EF4-FFF2-40B4-BE49-F238E27FC236}">
                  <a16:creationId xmlns:a16="http://schemas.microsoft.com/office/drawing/2014/main" id="{99B5E20C-B51F-B83D-6678-5C60320F363D}"/>
                </a:ext>
              </a:extLst>
            </p:cNvPr>
            <p:cNvSpPr/>
            <p:nvPr/>
          </p:nvSpPr>
          <p:spPr>
            <a:xfrm>
              <a:off x="1740017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pic>
        <p:nvPicPr>
          <p:cNvPr id="8" name="Imagen 7" descr="Forma&#10;&#10;El contenido generado por IA puede ser incorrecto.">
            <a:extLst>
              <a:ext uri="{FF2B5EF4-FFF2-40B4-BE49-F238E27FC236}">
                <a16:creationId xmlns:a16="http://schemas.microsoft.com/office/drawing/2014/main" id="{523406B0-4166-2A08-FF5E-B41C90D0E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91510" y="4380990"/>
            <a:ext cx="2274779" cy="2274779"/>
          </a:xfrm>
          <a:prstGeom prst="rect">
            <a:avLst/>
          </a:prstGeom>
        </p:spPr>
      </p:pic>
      <p:pic>
        <p:nvPicPr>
          <p:cNvPr id="10" name="Imagen 9" descr="Forma&#10;&#10;El contenido generado por IA puede ser incorrecto.">
            <a:extLst>
              <a:ext uri="{FF2B5EF4-FFF2-40B4-BE49-F238E27FC236}">
                <a16:creationId xmlns:a16="http://schemas.microsoft.com/office/drawing/2014/main" id="{9C924CB8-A822-1ABA-C4BD-6D3F6290D2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9969" y="4471740"/>
            <a:ext cx="2275381" cy="2275381"/>
          </a:xfrm>
          <a:prstGeom prst="rect">
            <a:avLst/>
          </a:prstGeom>
        </p:spPr>
      </p:pic>
      <p:pic>
        <p:nvPicPr>
          <p:cNvPr id="12" name="Imagen 11" descr="Forma&#10;&#10;El contenido generado por IA puede ser incorrecto.">
            <a:extLst>
              <a:ext uri="{FF2B5EF4-FFF2-40B4-BE49-F238E27FC236}">
                <a16:creationId xmlns:a16="http://schemas.microsoft.com/office/drawing/2014/main" id="{A3D61378-997F-CCC7-70CA-0C242F7DF0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3274" y="4289096"/>
            <a:ext cx="2274779" cy="2274779"/>
          </a:xfrm>
          <a:prstGeom prst="rect">
            <a:avLst/>
          </a:prstGeom>
        </p:spPr>
      </p:pic>
      <p:pic>
        <p:nvPicPr>
          <p:cNvPr id="14" name="Imagen 13" descr="Forma&#10;&#10;El contenido generado por IA puede ser incorrecto.">
            <a:extLst>
              <a:ext uri="{FF2B5EF4-FFF2-40B4-BE49-F238E27FC236}">
                <a16:creationId xmlns:a16="http://schemas.microsoft.com/office/drawing/2014/main" id="{6ACEA7FF-85E5-3938-2780-5BD75FFDCB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380504" y="4380989"/>
            <a:ext cx="2274779" cy="2274779"/>
          </a:xfrm>
          <a:prstGeom prst="rect">
            <a:avLst/>
          </a:prstGeom>
        </p:spPr>
      </p:pic>
    </p:spTree>
    <p:extLst>
      <p:ext uri="{BB962C8B-B14F-4D97-AF65-F5344CB8AC3E}">
        <p14:creationId xmlns:p14="http://schemas.microsoft.com/office/powerpoint/2010/main" val="136050252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7124695"/>
            <a:ext cx="16161468" cy="2031323"/>
          </a:xfrm>
          <a:prstGeom prst="rect">
            <a:avLst/>
          </a:prstGeom>
        </p:spPr>
        <p:txBody>
          <a:bodyPr/>
          <a:lstStyle/>
          <a:p>
            <a:pPr marL="0" indent="0">
              <a:buSzTx/>
              <a:buFontTx/>
              <a:buNone/>
              <a:defRPr sz="6000" spc="-300"/>
            </a:pPr>
            <a:r>
              <a:rPr lang="es-CL" dirty="0"/>
              <a:t>PLANIFICACIÓN DEL PROYECTO</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167438553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l="58" r="58"/>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Planificación de la solución</a:t>
            </a:r>
            <a:endParaRPr dirty="0"/>
          </a:p>
          <a:p>
            <a:pPr marL="0" indent="0">
              <a:buSzTx/>
              <a:buFontTx/>
              <a:buNone/>
              <a:defRPr sz="4000" spc="-200"/>
            </a:pPr>
            <a:r>
              <a:rPr lang="es-CL" dirty="0"/>
              <a:t>Gestión de alcance</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3877983"/>
          </a:xfrm>
          <a:prstGeom prst="rect">
            <a:avLst/>
          </a:prstGeom>
        </p:spPr>
        <p:txBody>
          <a:bodyPr/>
          <a:lstStyle/>
          <a:p>
            <a:r>
              <a:rPr lang="es-ES" dirty="0"/>
              <a:t>La estructura de trabajo descompone este desafío tecnológico en </a:t>
            </a:r>
            <a:r>
              <a:rPr lang="es-ES" b="1" dirty="0"/>
              <a:t>objetivos específicos</a:t>
            </a:r>
            <a:r>
              <a:rPr lang="es-ES" dirty="0"/>
              <a:t>, </a:t>
            </a:r>
            <a:r>
              <a:rPr lang="es-ES" b="1" dirty="0"/>
              <a:t>entregables medibles </a:t>
            </a:r>
            <a:r>
              <a:rPr lang="es-ES" dirty="0"/>
              <a:t>y </a:t>
            </a:r>
            <a:r>
              <a:rPr lang="es-ES" b="1" dirty="0"/>
              <a:t>paquetes de trabajo asignables</a:t>
            </a:r>
            <a:r>
              <a:rPr lang="es-ES" dirty="0"/>
              <a:t>, garantizando que cada componente del sistema se desarrolle de manera coordinada y dentro del plazo establecido.</a:t>
            </a:r>
          </a:p>
          <a:p>
            <a:endParaRPr lang="es-CL" dirty="0"/>
          </a:p>
          <a:p>
            <a:endParaRPr lang="es-CL" dirty="0"/>
          </a:p>
          <a:p>
            <a:endParaRPr lang="es-CL" dirty="0"/>
          </a:p>
          <a:p>
            <a:endParaRPr lang="es-CL" dirty="0"/>
          </a:p>
        </p:txBody>
      </p:sp>
    </p:spTree>
    <p:extLst>
      <p:ext uri="{BB962C8B-B14F-4D97-AF65-F5344CB8AC3E}">
        <p14:creationId xmlns:p14="http://schemas.microsoft.com/office/powerpoint/2010/main" val="387649134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75AEF-A597-C563-C836-0A8331DD1AAB}"/>
            </a:ext>
          </a:extLst>
        </p:cNvPr>
        <p:cNvGrpSpPr/>
        <p:nvPr/>
      </p:nvGrpSpPr>
      <p:grpSpPr>
        <a:xfrm>
          <a:off x="0" y="0"/>
          <a:ext cx="0" cy="0"/>
          <a:chOff x="0" y="0"/>
          <a:chExt cx="0" cy="0"/>
        </a:xfrm>
      </p:grpSpPr>
      <p:sp>
        <p:nvSpPr>
          <p:cNvPr id="195" name="Título de la diapositiva…">
            <a:extLst>
              <a:ext uri="{FF2B5EF4-FFF2-40B4-BE49-F238E27FC236}">
                <a16:creationId xmlns:a16="http://schemas.microsoft.com/office/drawing/2014/main" id="{07C005B7-226F-B1F4-3A80-C488AF5952BA}"/>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ALCANCE</a:t>
            </a:r>
            <a:endParaRPr dirty="0"/>
          </a:p>
          <a:p>
            <a:pPr marL="0" indent="0">
              <a:buSzTx/>
              <a:buFontTx/>
              <a:buNone/>
              <a:defRPr sz="4000" spc="-200"/>
            </a:pPr>
            <a:r>
              <a:rPr lang="es-CL" dirty="0"/>
              <a:t>EDT Objetivos Generales</a:t>
            </a:r>
            <a:endParaRPr dirty="0"/>
          </a:p>
        </p:txBody>
      </p:sp>
      <p:pic>
        <p:nvPicPr>
          <p:cNvPr id="2" name="Imagen 1" descr="Captura de pantalla de un celular&#10;&#10;El contenido generado por IA puede ser incorrecto.">
            <a:extLst>
              <a:ext uri="{FF2B5EF4-FFF2-40B4-BE49-F238E27FC236}">
                <a16:creationId xmlns:a16="http://schemas.microsoft.com/office/drawing/2014/main" id="{5C70B9F5-62D7-BB34-CB55-0187EE913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2139" y="2777657"/>
            <a:ext cx="19440000" cy="5940001"/>
          </a:xfrm>
          <a:prstGeom prst="rect">
            <a:avLst/>
          </a:prstGeom>
        </p:spPr>
      </p:pic>
    </p:spTree>
    <p:extLst>
      <p:ext uri="{BB962C8B-B14F-4D97-AF65-F5344CB8AC3E}">
        <p14:creationId xmlns:p14="http://schemas.microsoft.com/office/powerpoint/2010/main" val="79710556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ALCANCE</a:t>
            </a:r>
            <a:endParaRPr dirty="0"/>
          </a:p>
          <a:p>
            <a:pPr marL="0" indent="0">
              <a:buSzTx/>
              <a:buFontTx/>
              <a:buNone/>
              <a:defRPr sz="4000" spc="-200"/>
            </a:pPr>
            <a:r>
              <a:rPr lang="es-CL" dirty="0"/>
              <a:t>EDT Objetivos 1.0 </a:t>
            </a:r>
            <a:endParaRPr dirty="0"/>
          </a:p>
        </p:txBody>
      </p:sp>
      <p:pic>
        <p:nvPicPr>
          <p:cNvPr id="3" name="Imagen 2" descr="Captura de pantalla de un celular&#10;&#10;El contenido generado por IA puede ser incorrecto.">
            <a:extLst>
              <a:ext uri="{FF2B5EF4-FFF2-40B4-BE49-F238E27FC236}">
                <a16:creationId xmlns:a16="http://schemas.microsoft.com/office/drawing/2014/main" id="{0224AA8A-46E4-9C3F-0A5B-A632EB7C2B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000" y="3955500"/>
            <a:ext cx="19440000" cy="5805000"/>
          </a:xfrm>
          <a:prstGeom prst="rect">
            <a:avLst/>
          </a:prstGeom>
        </p:spPr>
      </p:pic>
    </p:spTree>
    <p:extLst>
      <p:ext uri="{BB962C8B-B14F-4D97-AF65-F5344CB8AC3E}">
        <p14:creationId xmlns:p14="http://schemas.microsoft.com/office/powerpoint/2010/main" val="380883926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ALCANCE</a:t>
            </a:r>
            <a:endParaRPr dirty="0"/>
          </a:p>
          <a:p>
            <a:pPr marL="0" indent="0">
              <a:buSzTx/>
              <a:buFontTx/>
              <a:buNone/>
              <a:defRPr sz="4000" spc="-200"/>
            </a:pPr>
            <a:r>
              <a:rPr lang="es-CL" dirty="0"/>
              <a:t>EDT Objetivos 2.0</a:t>
            </a:r>
            <a:endParaRPr dirty="0"/>
          </a:p>
        </p:txBody>
      </p:sp>
      <p:pic>
        <p:nvPicPr>
          <p:cNvPr id="3" name="Imagen 2" descr="Captura de pantalla de un celular&#10;&#10;El contenido generado por IA puede ser incorrecto.">
            <a:extLst>
              <a:ext uri="{FF2B5EF4-FFF2-40B4-BE49-F238E27FC236}">
                <a16:creationId xmlns:a16="http://schemas.microsoft.com/office/drawing/2014/main" id="{A86C6295-4B10-3D1A-56F8-D2873B19A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000" y="3733714"/>
            <a:ext cx="19440000" cy="6248571"/>
          </a:xfrm>
          <a:prstGeom prst="rect">
            <a:avLst/>
          </a:prstGeom>
        </p:spPr>
      </p:pic>
    </p:spTree>
    <p:extLst>
      <p:ext uri="{BB962C8B-B14F-4D97-AF65-F5344CB8AC3E}">
        <p14:creationId xmlns:p14="http://schemas.microsoft.com/office/powerpoint/2010/main" val="268447655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ALCANCE</a:t>
            </a:r>
            <a:endParaRPr dirty="0"/>
          </a:p>
          <a:p>
            <a:pPr marL="0" indent="0">
              <a:buSzTx/>
              <a:buFontTx/>
              <a:buNone/>
              <a:defRPr sz="4000" spc="-200"/>
            </a:pPr>
            <a:r>
              <a:rPr lang="es-CL" dirty="0"/>
              <a:t>EDT Objetivos 3.0</a:t>
            </a:r>
            <a:endParaRPr dirty="0"/>
          </a:p>
        </p:txBody>
      </p:sp>
      <p:pic>
        <p:nvPicPr>
          <p:cNvPr id="3" name="Imagen 2" descr="Captura de pantalla de un celular&#10;&#10;El contenido generado por IA puede ser incorrecto.">
            <a:extLst>
              <a:ext uri="{FF2B5EF4-FFF2-40B4-BE49-F238E27FC236}">
                <a16:creationId xmlns:a16="http://schemas.microsoft.com/office/drawing/2014/main" id="{800A027E-6B4F-B417-4B63-49BD13D7DA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000" y="3872571"/>
            <a:ext cx="19440000" cy="5970857"/>
          </a:xfrm>
          <a:prstGeom prst="rect">
            <a:avLst/>
          </a:prstGeom>
        </p:spPr>
      </p:pic>
    </p:spTree>
    <p:extLst>
      <p:ext uri="{BB962C8B-B14F-4D97-AF65-F5344CB8AC3E}">
        <p14:creationId xmlns:p14="http://schemas.microsoft.com/office/powerpoint/2010/main" val="370187946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ALCANCE</a:t>
            </a:r>
            <a:endParaRPr dirty="0"/>
          </a:p>
          <a:p>
            <a:pPr marL="0" indent="0">
              <a:buSzTx/>
              <a:buFontTx/>
              <a:buNone/>
              <a:defRPr sz="4000" spc="-200"/>
            </a:pPr>
            <a:r>
              <a:rPr lang="es-CL" dirty="0"/>
              <a:t>EDT Objetivos 4.0</a:t>
            </a:r>
            <a:endParaRPr dirty="0"/>
          </a:p>
        </p:txBody>
      </p:sp>
      <p:pic>
        <p:nvPicPr>
          <p:cNvPr id="3" name="Imagen 2" descr="Interfaz de usuario gráfica, Texto, Aplicación&#10;&#10;El contenido generado por IA puede ser incorrecto.">
            <a:extLst>
              <a:ext uri="{FF2B5EF4-FFF2-40B4-BE49-F238E27FC236}">
                <a16:creationId xmlns:a16="http://schemas.microsoft.com/office/drawing/2014/main" id="{4E67FDD8-8E1A-8E4E-3766-BC76962F4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000" y="4178769"/>
            <a:ext cx="19440000" cy="5358462"/>
          </a:xfrm>
          <a:prstGeom prst="rect">
            <a:avLst/>
          </a:prstGeom>
        </p:spPr>
      </p:pic>
    </p:spTree>
    <p:extLst>
      <p:ext uri="{BB962C8B-B14F-4D97-AF65-F5344CB8AC3E}">
        <p14:creationId xmlns:p14="http://schemas.microsoft.com/office/powerpoint/2010/main" val="128286681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l="58" r="58"/>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Planificación de la solución</a:t>
            </a:r>
            <a:endParaRPr dirty="0"/>
          </a:p>
          <a:p>
            <a:pPr marL="0" indent="0">
              <a:buSzTx/>
              <a:buFontTx/>
              <a:buNone/>
              <a:defRPr sz="4000" spc="-200"/>
            </a:pPr>
            <a:r>
              <a:rPr lang="es-CL" dirty="0"/>
              <a:t>Gestión del esfuerzo</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3416318"/>
          </a:xfrm>
          <a:prstGeom prst="rect">
            <a:avLst/>
          </a:prstGeom>
        </p:spPr>
        <p:txBody>
          <a:bodyPr/>
          <a:lstStyle/>
          <a:p>
            <a:r>
              <a:rPr lang="es-ES" dirty="0"/>
              <a:t>La gestión de esfuerzo del proyecto descompone en actividades específicas distribuidas estratégicamente entre los cuatro objetivos principales. Esta planificación permite optimizar el uso de recursos humanos mediante la identificación de actividades que pueden ejecutarse en paralelo.</a:t>
            </a:r>
            <a:endParaRPr lang="es-CL" dirty="0"/>
          </a:p>
          <a:p>
            <a:endParaRPr lang="es-CL" dirty="0"/>
          </a:p>
          <a:p>
            <a:endParaRPr lang="es-CL" dirty="0"/>
          </a:p>
        </p:txBody>
      </p:sp>
    </p:spTree>
    <p:extLst>
      <p:ext uri="{BB962C8B-B14F-4D97-AF65-F5344CB8AC3E}">
        <p14:creationId xmlns:p14="http://schemas.microsoft.com/office/powerpoint/2010/main" val="236714638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ESFUERZO</a:t>
            </a:r>
            <a:endParaRPr dirty="0"/>
          </a:p>
          <a:p>
            <a:pPr marL="0" indent="0">
              <a:buSzTx/>
              <a:buFontTx/>
              <a:buNone/>
              <a:defRPr sz="4000" spc="-200"/>
            </a:pPr>
            <a:r>
              <a:rPr lang="es-CL" dirty="0"/>
              <a:t>Resumen Cronograma</a:t>
            </a:r>
            <a:endParaRPr dirty="0"/>
          </a:p>
        </p:txBody>
      </p:sp>
      <p:pic>
        <p:nvPicPr>
          <p:cNvPr id="2" name="Imagen 1">
            <a:extLst>
              <a:ext uri="{FF2B5EF4-FFF2-40B4-BE49-F238E27FC236}">
                <a16:creationId xmlns:a16="http://schemas.microsoft.com/office/drawing/2014/main" id="{4069507E-897D-08D3-5852-2A7F157DE9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34316" y="2996011"/>
            <a:ext cx="19315367" cy="9248997"/>
          </a:xfrm>
          <a:prstGeom prst="rect">
            <a:avLst/>
          </a:prstGeom>
          <a:noFill/>
          <a:ln>
            <a:noFill/>
          </a:ln>
        </p:spPr>
      </p:pic>
    </p:spTree>
    <p:extLst>
      <p:ext uri="{BB962C8B-B14F-4D97-AF65-F5344CB8AC3E}">
        <p14:creationId xmlns:p14="http://schemas.microsoft.com/office/powerpoint/2010/main" val="36813006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t="30" b="30"/>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Planificación de la solución</a:t>
            </a:r>
            <a:endParaRPr dirty="0"/>
          </a:p>
          <a:p>
            <a:pPr marL="0" indent="0">
              <a:buSzTx/>
              <a:buFontTx/>
              <a:buNone/>
              <a:defRPr sz="4000" spc="-200"/>
            </a:pPr>
            <a:r>
              <a:rPr lang="es-CL" dirty="0"/>
              <a:t>Gestión del tiempo</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4801312"/>
          </a:xfrm>
          <a:prstGeom prst="rect">
            <a:avLst/>
          </a:prstGeom>
        </p:spPr>
        <p:txBody>
          <a:bodyPr/>
          <a:lstStyle/>
          <a:p>
            <a:r>
              <a:rPr lang="es-ES" dirty="0"/>
              <a:t>La gestión del tiempo del proyecto se organiza mediante diagramas de Gantt que detallan la secuencia temporal, dependencias y ruta crítica de las actividades. La planificación identifica las actividades pueden ejecutarse en paralelo, permitiendo reducir la duración del proyecto. </a:t>
            </a:r>
          </a:p>
          <a:p>
            <a:endParaRPr lang="es-CL" dirty="0"/>
          </a:p>
          <a:p>
            <a:r>
              <a:rPr lang="es-CL" dirty="0"/>
              <a:t>Ejemplo de 1 objetivo</a:t>
            </a:r>
          </a:p>
          <a:p>
            <a:r>
              <a:rPr lang="es-CL" dirty="0"/>
              <a:t>Gantt con resumen de cada Objetivo</a:t>
            </a:r>
          </a:p>
          <a:p>
            <a:endParaRPr lang="es-CL" dirty="0"/>
          </a:p>
          <a:p>
            <a:endParaRPr lang="es-CL" dirty="0"/>
          </a:p>
          <a:p>
            <a:endParaRPr lang="es-CL" dirty="0"/>
          </a:p>
        </p:txBody>
      </p:sp>
    </p:spTree>
    <p:extLst>
      <p:ext uri="{BB962C8B-B14F-4D97-AF65-F5344CB8AC3E}">
        <p14:creationId xmlns:p14="http://schemas.microsoft.com/office/powerpoint/2010/main" val="20586510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TIEMPO</a:t>
            </a:r>
            <a:endParaRPr dirty="0"/>
          </a:p>
          <a:p>
            <a:pPr marL="0" indent="0">
              <a:buSzTx/>
              <a:buFontTx/>
              <a:buNone/>
              <a:defRPr sz="4000" spc="-200"/>
            </a:pPr>
            <a:r>
              <a:rPr lang="es-CL" dirty="0"/>
              <a:t>Gantt Objetivo 1.0</a:t>
            </a:r>
            <a:endParaRPr dirty="0"/>
          </a:p>
        </p:txBody>
      </p:sp>
      <p:pic>
        <p:nvPicPr>
          <p:cNvPr id="2" name="Imagen 1" descr="Interfaz de usuario gráfica, Aplicación, Tabla, Excel&#10;&#10;El contenido generado por IA puede ser incorrecto.">
            <a:extLst>
              <a:ext uri="{FF2B5EF4-FFF2-40B4-BE49-F238E27FC236}">
                <a16:creationId xmlns:a16="http://schemas.microsoft.com/office/drawing/2014/main" id="{72644DF1-807F-9622-937B-0E83AEFB1A45}"/>
              </a:ext>
            </a:extLst>
          </p:cNvPr>
          <p:cNvPicPr>
            <a:picLocks noChangeAspect="1"/>
          </p:cNvPicPr>
          <p:nvPr/>
        </p:nvPicPr>
        <p:blipFill>
          <a:blip r:embed="rId3"/>
          <a:stretch>
            <a:fillRect/>
          </a:stretch>
        </p:blipFill>
        <p:spPr>
          <a:xfrm>
            <a:off x="2292000" y="2996012"/>
            <a:ext cx="19800000" cy="7915071"/>
          </a:xfrm>
          <a:prstGeom prst="rect">
            <a:avLst/>
          </a:prstGeom>
        </p:spPr>
      </p:pic>
    </p:spTree>
    <p:extLst>
      <p:ext uri="{BB962C8B-B14F-4D97-AF65-F5344CB8AC3E}">
        <p14:creationId xmlns:p14="http://schemas.microsoft.com/office/powerpoint/2010/main" val="290840160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TIEMPO</a:t>
            </a:r>
            <a:endParaRPr dirty="0"/>
          </a:p>
          <a:p>
            <a:pPr marL="0" indent="0">
              <a:buSzTx/>
              <a:buFontTx/>
              <a:buNone/>
              <a:defRPr sz="4000" spc="-200"/>
            </a:pPr>
            <a:r>
              <a:rPr lang="es-CL" dirty="0"/>
              <a:t>Gantt Objetivo 2.0</a:t>
            </a:r>
            <a:endParaRPr dirty="0"/>
          </a:p>
        </p:txBody>
      </p:sp>
      <p:pic>
        <p:nvPicPr>
          <p:cNvPr id="2" name="Imagen 1" descr="Interfaz de usuario gráfica, Aplicación, Tabla, Excel&#10;&#10;El contenido generado por IA puede ser incorrecto.">
            <a:extLst>
              <a:ext uri="{FF2B5EF4-FFF2-40B4-BE49-F238E27FC236}">
                <a16:creationId xmlns:a16="http://schemas.microsoft.com/office/drawing/2014/main" id="{AECBF00B-72D6-F804-6380-D2C66A1D5D9C}"/>
              </a:ext>
            </a:extLst>
          </p:cNvPr>
          <p:cNvPicPr>
            <a:picLocks noChangeAspect="1"/>
          </p:cNvPicPr>
          <p:nvPr/>
        </p:nvPicPr>
        <p:blipFill>
          <a:blip r:embed="rId3"/>
          <a:stretch>
            <a:fillRect/>
          </a:stretch>
        </p:blipFill>
        <p:spPr>
          <a:xfrm>
            <a:off x="2292000" y="3134578"/>
            <a:ext cx="19800000" cy="7446843"/>
          </a:xfrm>
          <a:prstGeom prst="rect">
            <a:avLst/>
          </a:prstGeom>
        </p:spPr>
      </p:pic>
    </p:spTree>
    <p:extLst>
      <p:ext uri="{BB962C8B-B14F-4D97-AF65-F5344CB8AC3E}">
        <p14:creationId xmlns:p14="http://schemas.microsoft.com/office/powerpoint/2010/main" val="175831010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TIEMPO</a:t>
            </a:r>
            <a:endParaRPr dirty="0"/>
          </a:p>
          <a:p>
            <a:pPr marL="0" indent="0">
              <a:buSzTx/>
              <a:buFontTx/>
              <a:buNone/>
              <a:defRPr sz="4000" spc="-200"/>
            </a:pPr>
            <a:r>
              <a:rPr lang="es-CL" dirty="0"/>
              <a:t>Gantt Objetivo 3.0 </a:t>
            </a:r>
            <a:endParaRPr dirty="0"/>
          </a:p>
        </p:txBody>
      </p:sp>
      <p:pic>
        <p:nvPicPr>
          <p:cNvPr id="2" name="Imagen 1" descr="Interfaz de usuario gráfica, Aplicación, Tabla, Excel&#10;&#10;El contenido generado por IA puede ser incorrecto.">
            <a:extLst>
              <a:ext uri="{FF2B5EF4-FFF2-40B4-BE49-F238E27FC236}">
                <a16:creationId xmlns:a16="http://schemas.microsoft.com/office/drawing/2014/main" id="{2102A2B4-5DAB-C75F-C366-393FAD5899C6}"/>
              </a:ext>
            </a:extLst>
          </p:cNvPr>
          <p:cNvPicPr>
            <a:picLocks noChangeAspect="1"/>
          </p:cNvPicPr>
          <p:nvPr/>
        </p:nvPicPr>
        <p:blipFill>
          <a:blip r:embed="rId3"/>
          <a:stretch>
            <a:fillRect/>
          </a:stretch>
        </p:blipFill>
        <p:spPr>
          <a:xfrm>
            <a:off x="2292000" y="3128977"/>
            <a:ext cx="19800000" cy="7458045"/>
          </a:xfrm>
          <a:prstGeom prst="rect">
            <a:avLst/>
          </a:prstGeom>
        </p:spPr>
      </p:pic>
    </p:spTree>
    <p:extLst>
      <p:ext uri="{BB962C8B-B14F-4D97-AF65-F5344CB8AC3E}">
        <p14:creationId xmlns:p14="http://schemas.microsoft.com/office/powerpoint/2010/main" val="339601330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ítulo de la diapositiva…"/>
          <p:cNvSpPr txBox="1">
            <a:spLocks noGrp="1"/>
          </p:cNvSpPr>
          <p:nvPr>
            <p:ph type="body" idx="13"/>
          </p:nvPr>
        </p:nvSpPr>
        <p:spPr>
          <a:xfrm>
            <a:off x="1278379" y="1272465"/>
            <a:ext cx="16981241" cy="1723547"/>
          </a:xfrm>
          <a:prstGeom prst="rect">
            <a:avLst/>
          </a:prstGeom>
        </p:spPr>
        <p:txBody>
          <a:bodyPr/>
          <a:lstStyle/>
          <a:p>
            <a:pPr marL="0" indent="0">
              <a:buSzTx/>
              <a:buFontTx/>
              <a:buNone/>
              <a:defRPr sz="6000" spc="-300"/>
            </a:pPr>
            <a:r>
              <a:rPr lang="es-CL" dirty="0"/>
              <a:t>GESTIÓN DE TIEMPO</a:t>
            </a:r>
            <a:endParaRPr dirty="0"/>
          </a:p>
          <a:p>
            <a:pPr marL="0" indent="0">
              <a:buSzTx/>
              <a:buFontTx/>
              <a:buNone/>
              <a:defRPr sz="4000" spc="-200"/>
            </a:pPr>
            <a:r>
              <a:rPr lang="es-CL" dirty="0"/>
              <a:t>Gantt Objetivo 4.0</a:t>
            </a:r>
            <a:endParaRPr dirty="0"/>
          </a:p>
        </p:txBody>
      </p:sp>
      <p:pic>
        <p:nvPicPr>
          <p:cNvPr id="2" name="Imagen 1" descr="Interfaz de usuario gráfica, Aplicación, Tabla, Excel&#10;&#10;El contenido generado por IA puede ser incorrecto.">
            <a:extLst>
              <a:ext uri="{FF2B5EF4-FFF2-40B4-BE49-F238E27FC236}">
                <a16:creationId xmlns:a16="http://schemas.microsoft.com/office/drawing/2014/main" id="{EA34A753-19EA-A643-F63B-86D9BEC1D512}"/>
              </a:ext>
            </a:extLst>
          </p:cNvPr>
          <p:cNvPicPr>
            <a:picLocks noChangeAspect="1"/>
          </p:cNvPicPr>
          <p:nvPr/>
        </p:nvPicPr>
        <p:blipFill>
          <a:blip r:embed="rId3"/>
          <a:stretch>
            <a:fillRect/>
          </a:stretch>
        </p:blipFill>
        <p:spPr>
          <a:xfrm>
            <a:off x="2292000" y="3134578"/>
            <a:ext cx="19800000" cy="7446843"/>
          </a:xfrm>
          <a:prstGeom prst="rect">
            <a:avLst/>
          </a:prstGeom>
        </p:spPr>
      </p:pic>
    </p:spTree>
    <p:extLst>
      <p:ext uri="{BB962C8B-B14F-4D97-AF65-F5344CB8AC3E}">
        <p14:creationId xmlns:p14="http://schemas.microsoft.com/office/powerpoint/2010/main" val="328808488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DISEÑOS DE LA SOLUCIÓN</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317985015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BPMN</a:t>
            </a:r>
          </a:p>
          <a:p>
            <a:r>
              <a:rPr lang="es-CL" b="1" dirty="0"/>
              <a:t>BPMN-001: Transmisión de Datos Telemetría</a:t>
            </a:r>
            <a:endParaRPr lang="es-CL" dirty="0"/>
          </a:p>
        </p:txBody>
      </p:sp>
      <p:pic>
        <p:nvPicPr>
          <p:cNvPr id="3" name="Imagen 2">
            <a:extLst>
              <a:ext uri="{FF2B5EF4-FFF2-40B4-BE49-F238E27FC236}">
                <a16:creationId xmlns:a16="http://schemas.microsoft.com/office/drawing/2014/main" id="{575D279F-08E0-1186-6993-EADCDE9D8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9776" y="2842123"/>
            <a:ext cx="6346282" cy="9844873"/>
          </a:xfrm>
          <a:prstGeom prst="rect">
            <a:avLst/>
          </a:prstGeom>
        </p:spPr>
      </p:pic>
    </p:spTree>
    <p:extLst>
      <p:ext uri="{BB962C8B-B14F-4D97-AF65-F5344CB8AC3E}">
        <p14:creationId xmlns:p14="http://schemas.microsoft.com/office/powerpoint/2010/main" val="34820046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14DD8-1E3E-FEC2-A91A-D74391EBFEFB}"/>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395768FB-086F-9FA0-9098-5931264EDB97}"/>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BPMN</a:t>
            </a:r>
          </a:p>
          <a:p>
            <a:r>
              <a:rPr lang="es-CL" b="1" dirty="0"/>
              <a:t>BPMN-002: Plataforma Web de Monitoreo y Control Remoto</a:t>
            </a:r>
            <a:endParaRPr lang="es-CL" dirty="0"/>
          </a:p>
        </p:txBody>
      </p:sp>
      <p:pic>
        <p:nvPicPr>
          <p:cNvPr id="3" name="Imagen 2">
            <a:extLst>
              <a:ext uri="{FF2B5EF4-FFF2-40B4-BE49-F238E27FC236}">
                <a16:creationId xmlns:a16="http://schemas.microsoft.com/office/drawing/2014/main" id="{774911E6-5914-BAA3-6173-589DD33957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1350" y="2842123"/>
            <a:ext cx="7198489" cy="10036628"/>
          </a:xfrm>
          <a:prstGeom prst="rect">
            <a:avLst/>
          </a:prstGeom>
        </p:spPr>
      </p:pic>
    </p:spTree>
    <p:extLst>
      <p:ext uri="{BB962C8B-B14F-4D97-AF65-F5344CB8AC3E}">
        <p14:creationId xmlns:p14="http://schemas.microsoft.com/office/powerpoint/2010/main" val="356737296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48F9D-35A2-F104-323C-D95F9084DB83}"/>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994F228D-4777-3EA1-C701-CA2D8C6B3883}"/>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BPMN</a:t>
            </a:r>
          </a:p>
          <a:p>
            <a:r>
              <a:rPr lang="es-CL" b="1" dirty="0"/>
              <a:t>BPMN-003: Seguridad Integral del Sistema</a:t>
            </a:r>
            <a:endParaRPr lang="es-CL" dirty="0"/>
          </a:p>
        </p:txBody>
      </p:sp>
      <p:pic>
        <p:nvPicPr>
          <p:cNvPr id="3" name="Imagen 2">
            <a:extLst>
              <a:ext uri="{FF2B5EF4-FFF2-40B4-BE49-F238E27FC236}">
                <a16:creationId xmlns:a16="http://schemas.microsoft.com/office/drawing/2014/main" id="{95697DDB-AA17-6235-DF34-0549B53D83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6351" y="3109176"/>
            <a:ext cx="17531298" cy="9910138"/>
          </a:xfrm>
          <a:prstGeom prst="rect">
            <a:avLst/>
          </a:prstGeom>
        </p:spPr>
      </p:pic>
    </p:spTree>
    <p:extLst>
      <p:ext uri="{BB962C8B-B14F-4D97-AF65-F5344CB8AC3E}">
        <p14:creationId xmlns:p14="http://schemas.microsoft.com/office/powerpoint/2010/main" val="298451582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de Caso de Uso</a:t>
            </a:r>
          </a:p>
          <a:p>
            <a:r>
              <a:rPr lang="es-CL" b="1" dirty="0"/>
              <a:t>CU-001: Iniciar Sesión</a:t>
            </a:r>
            <a:endParaRPr lang="es-CL" dirty="0"/>
          </a:p>
        </p:txBody>
      </p:sp>
      <p:pic>
        <p:nvPicPr>
          <p:cNvPr id="2" name="Imagen 1">
            <a:extLst>
              <a:ext uri="{FF2B5EF4-FFF2-40B4-BE49-F238E27FC236}">
                <a16:creationId xmlns:a16="http://schemas.microsoft.com/office/drawing/2014/main" id="{863C0C72-7125-91B3-4EFB-51BE6110E0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9034" y="3356195"/>
            <a:ext cx="11105515" cy="9087340"/>
          </a:xfrm>
          <a:prstGeom prst="rect">
            <a:avLst/>
          </a:prstGeom>
        </p:spPr>
      </p:pic>
    </p:spTree>
    <p:extLst>
      <p:ext uri="{BB962C8B-B14F-4D97-AF65-F5344CB8AC3E}">
        <p14:creationId xmlns:p14="http://schemas.microsoft.com/office/powerpoint/2010/main" val="3381779357"/>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249CE-4FA6-34EE-40A3-C7275DA976E0}"/>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FA33E1F4-654F-9581-00B6-A1BC773B4A25}"/>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de Caso de Uso</a:t>
            </a:r>
          </a:p>
          <a:p>
            <a:r>
              <a:rPr lang="es-CL" b="1" dirty="0"/>
              <a:t>CU-002: Visualizar Dashboard Tiempo Real</a:t>
            </a:r>
            <a:endParaRPr lang="es-CL" dirty="0"/>
          </a:p>
        </p:txBody>
      </p:sp>
      <p:pic>
        <p:nvPicPr>
          <p:cNvPr id="3" name="Imagen 2">
            <a:extLst>
              <a:ext uri="{FF2B5EF4-FFF2-40B4-BE49-F238E27FC236}">
                <a16:creationId xmlns:a16="http://schemas.microsoft.com/office/drawing/2014/main" id="{E7DC7BB0-F557-79BE-84FE-8EA1D4E0B5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3289" y="3349065"/>
            <a:ext cx="11117422" cy="9094470"/>
          </a:xfrm>
          <a:prstGeom prst="rect">
            <a:avLst/>
          </a:prstGeom>
        </p:spPr>
      </p:pic>
    </p:spTree>
    <p:extLst>
      <p:ext uri="{BB962C8B-B14F-4D97-AF65-F5344CB8AC3E}">
        <p14:creationId xmlns:p14="http://schemas.microsoft.com/office/powerpoint/2010/main" val="82420091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7D128-CC75-C4B3-2678-2FE534317BDD}"/>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7A0A1CBE-F40A-B46E-180E-F65FE3655884}"/>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de Caso de Uso</a:t>
            </a:r>
          </a:p>
          <a:p>
            <a:r>
              <a:rPr lang="es-CL" b="1" dirty="0"/>
              <a:t>CU-003: Abrir/Cerrar Compuerta (Controlar Compuerta)</a:t>
            </a:r>
            <a:endParaRPr lang="es-CL" dirty="0"/>
          </a:p>
        </p:txBody>
      </p:sp>
      <p:pic>
        <p:nvPicPr>
          <p:cNvPr id="3" name="Imagen 2">
            <a:extLst>
              <a:ext uri="{FF2B5EF4-FFF2-40B4-BE49-F238E27FC236}">
                <a16:creationId xmlns:a16="http://schemas.microsoft.com/office/drawing/2014/main" id="{92CE6213-F8A0-825D-CD5A-A12FBE3D4A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4756" y="3541787"/>
            <a:ext cx="11154488" cy="8901748"/>
          </a:xfrm>
          <a:prstGeom prst="rect">
            <a:avLst/>
          </a:prstGeom>
        </p:spPr>
      </p:pic>
    </p:spTree>
    <p:extLst>
      <p:ext uri="{BB962C8B-B14F-4D97-AF65-F5344CB8AC3E}">
        <p14:creationId xmlns:p14="http://schemas.microsoft.com/office/powerpoint/2010/main" val="342883415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4C41E-A0EE-F6B9-C6A6-2D9A078F59A7}"/>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A9C77013-3097-B447-9809-E3DA95B92233}"/>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de Caso de Uso</a:t>
            </a:r>
          </a:p>
          <a:p>
            <a:r>
              <a:rPr lang="es-CL" b="1" dirty="0"/>
              <a:t>CU-004: Generar Reporte Histórico</a:t>
            </a:r>
            <a:endParaRPr lang="es-CL" dirty="0"/>
          </a:p>
        </p:txBody>
      </p:sp>
      <p:pic>
        <p:nvPicPr>
          <p:cNvPr id="3" name="Imagen 2">
            <a:extLst>
              <a:ext uri="{FF2B5EF4-FFF2-40B4-BE49-F238E27FC236}">
                <a16:creationId xmlns:a16="http://schemas.microsoft.com/office/drawing/2014/main" id="{665BB4CF-127D-AD7C-573F-4ECEF4BC60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7341" y="3087052"/>
            <a:ext cx="11669318" cy="9162098"/>
          </a:xfrm>
          <a:prstGeom prst="rect">
            <a:avLst/>
          </a:prstGeom>
        </p:spPr>
      </p:pic>
    </p:spTree>
    <p:extLst>
      <p:ext uri="{BB962C8B-B14F-4D97-AF65-F5344CB8AC3E}">
        <p14:creationId xmlns:p14="http://schemas.microsoft.com/office/powerpoint/2010/main" val="16700527"/>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2CC3-01EC-9AC5-AE1E-4D633BCE430E}"/>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90E7FB25-BBDE-F415-A904-C5E0A929F3E0}"/>
              </a:ext>
            </a:extLst>
          </p:cNvPr>
          <p:cNvSpPr txBox="1">
            <a:spLocks noGrp="1"/>
          </p:cNvSpPr>
          <p:nvPr>
            <p:ph type="body" idx="13"/>
          </p:nvPr>
        </p:nvSpPr>
        <p:spPr>
          <a:xfrm>
            <a:off x="1278379" y="1272465"/>
            <a:ext cx="16981241" cy="1569658"/>
          </a:xfrm>
          <a:prstGeom prst="rect">
            <a:avLst/>
          </a:prstGeom>
        </p:spPr>
        <p:txBody>
          <a:bodyPr/>
          <a:lstStyle/>
          <a:p>
            <a:pPr marL="0" indent="0">
              <a:buSzTx/>
              <a:buFontTx/>
              <a:buNone/>
              <a:defRPr sz="6000" b="1" spc="-300">
                <a:latin typeface="+mn-lt"/>
                <a:ea typeface="+mn-ea"/>
                <a:cs typeface="+mn-cs"/>
                <a:sym typeface="Open Sans"/>
              </a:defRPr>
            </a:pPr>
            <a:r>
              <a:rPr lang="es-CL" dirty="0"/>
              <a:t>Diagrama de Caso de Uso</a:t>
            </a:r>
          </a:p>
          <a:p>
            <a:r>
              <a:rPr lang="es-CL" b="1" dirty="0"/>
              <a:t>CU-005: Gestionar Usuario</a:t>
            </a:r>
            <a:endParaRPr lang="es-CL" dirty="0"/>
          </a:p>
        </p:txBody>
      </p:sp>
      <p:pic>
        <p:nvPicPr>
          <p:cNvPr id="3" name="Imagen 2">
            <a:extLst>
              <a:ext uri="{FF2B5EF4-FFF2-40B4-BE49-F238E27FC236}">
                <a16:creationId xmlns:a16="http://schemas.microsoft.com/office/drawing/2014/main" id="{DAB17AB1-F85A-1FAD-2D11-B73C4F1F07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7572" y="3165157"/>
            <a:ext cx="10868856" cy="9278378"/>
          </a:xfrm>
          <a:prstGeom prst="rect">
            <a:avLst/>
          </a:prstGeom>
        </p:spPr>
      </p:pic>
    </p:spTree>
    <p:extLst>
      <p:ext uri="{BB962C8B-B14F-4D97-AF65-F5344CB8AC3E}">
        <p14:creationId xmlns:p14="http://schemas.microsoft.com/office/powerpoint/2010/main" val="3665389933"/>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107994"/>
          </a:xfrm>
          <a:prstGeom prst="rect">
            <a:avLst/>
          </a:prstGeom>
        </p:spPr>
        <p:txBody>
          <a:bodyPr/>
          <a:lstStyle/>
          <a:p>
            <a:pPr marL="0" indent="0">
              <a:buSzTx/>
              <a:buFontTx/>
              <a:buNone/>
              <a:defRPr sz="6000" b="1" spc="-300">
                <a:latin typeface="+mn-lt"/>
                <a:ea typeface="+mn-ea"/>
                <a:cs typeface="+mn-cs"/>
                <a:sym typeface="Open Sans"/>
              </a:defRPr>
            </a:pPr>
            <a:r>
              <a:rPr lang="es-CL" dirty="0"/>
              <a:t>Diagrama de Componentes de Software</a:t>
            </a:r>
          </a:p>
        </p:txBody>
      </p:sp>
      <p:pic>
        <p:nvPicPr>
          <p:cNvPr id="6" name="Imagen 5" descr="Interfaz de usuario gráfica&#10;&#10;El contenido generado por IA puede ser incorrecto.">
            <a:extLst>
              <a:ext uri="{FF2B5EF4-FFF2-40B4-BE49-F238E27FC236}">
                <a16:creationId xmlns:a16="http://schemas.microsoft.com/office/drawing/2014/main" id="{B630F06C-D8C9-34FF-A89D-877A07351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5177" y="2748931"/>
            <a:ext cx="11522311" cy="9536106"/>
          </a:xfrm>
          <a:prstGeom prst="rect">
            <a:avLst/>
          </a:prstGeom>
        </p:spPr>
      </p:pic>
    </p:spTree>
    <p:extLst>
      <p:ext uri="{BB962C8B-B14F-4D97-AF65-F5344CB8AC3E}">
        <p14:creationId xmlns:p14="http://schemas.microsoft.com/office/powerpoint/2010/main" val="2293677669"/>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107994"/>
          </a:xfrm>
          <a:prstGeom prst="rect">
            <a:avLst/>
          </a:prstGeom>
        </p:spPr>
        <p:txBody>
          <a:bodyPr/>
          <a:lstStyle/>
          <a:p>
            <a:pPr marL="0" indent="0">
              <a:buSzTx/>
              <a:buFontTx/>
              <a:buNone/>
              <a:defRPr sz="6000" b="1" spc="-300">
                <a:latin typeface="+mn-lt"/>
                <a:ea typeface="+mn-ea"/>
                <a:cs typeface="+mn-cs"/>
                <a:sym typeface="Open Sans"/>
              </a:defRPr>
            </a:pPr>
            <a:r>
              <a:rPr lang="es-CL" dirty="0"/>
              <a:t>Modelo de Datos</a:t>
            </a:r>
          </a:p>
        </p:txBody>
      </p:sp>
      <p:pic>
        <p:nvPicPr>
          <p:cNvPr id="3" name="Imagen 2">
            <a:extLst>
              <a:ext uri="{FF2B5EF4-FFF2-40B4-BE49-F238E27FC236}">
                <a16:creationId xmlns:a16="http://schemas.microsoft.com/office/drawing/2014/main" id="{B13F91D0-649D-342D-7C98-7A0B17CFB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379" y="3216274"/>
            <a:ext cx="8894763" cy="8355923"/>
          </a:xfrm>
          <a:prstGeom prst="rect">
            <a:avLst/>
          </a:prstGeom>
        </p:spPr>
      </p:pic>
      <p:pic>
        <p:nvPicPr>
          <p:cNvPr id="4" name="Imagen 3">
            <a:extLst>
              <a:ext uri="{FF2B5EF4-FFF2-40B4-BE49-F238E27FC236}">
                <a16:creationId xmlns:a16="http://schemas.microsoft.com/office/drawing/2014/main" id="{1B6A29B2-D5CD-7A61-25F9-AB443D4853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1594" y="1736050"/>
            <a:ext cx="8140506" cy="11587188"/>
          </a:xfrm>
          <a:prstGeom prst="rect">
            <a:avLst/>
          </a:prstGeom>
        </p:spPr>
      </p:pic>
    </p:spTree>
    <p:extLst>
      <p:ext uri="{BB962C8B-B14F-4D97-AF65-F5344CB8AC3E}">
        <p14:creationId xmlns:p14="http://schemas.microsoft.com/office/powerpoint/2010/main" val="136204002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107994"/>
          </a:xfrm>
          <a:prstGeom prst="rect">
            <a:avLst/>
          </a:prstGeom>
        </p:spPr>
        <p:txBody>
          <a:bodyPr/>
          <a:lstStyle/>
          <a:p>
            <a:pPr marL="0" indent="0">
              <a:buSzTx/>
              <a:buFontTx/>
              <a:buNone/>
              <a:defRPr sz="6000" b="1" spc="-300">
                <a:latin typeface="+mn-lt"/>
                <a:ea typeface="+mn-ea"/>
                <a:cs typeface="+mn-cs"/>
                <a:sym typeface="Open Sans"/>
              </a:defRPr>
            </a:pPr>
            <a:r>
              <a:rPr lang="es-CL" dirty="0"/>
              <a:t>Diagrama de Comunicaciones</a:t>
            </a:r>
          </a:p>
        </p:txBody>
      </p:sp>
      <p:pic>
        <p:nvPicPr>
          <p:cNvPr id="2" name="Imagen 1" descr="Interfaz de usuario gráfica, Aplicación, Teams&#10;&#10;El contenido generado por IA puede ser incorrecto.">
            <a:extLst>
              <a:ext uri="{FF2B5EF4-FFF2-40B4-BE49-F238E27FC236}">
                <a16:creationId xmlns:a16="http://schemas.microsoft.com/office/drawing/2014/main" id="{D9ABC3EA-3152-325E-BFF3-49EF5A76C8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4754" y="2581910"/>
            <a:ext cx="13524866" cy="10205240"/>
          </a:xfrm>
          <a:prstGeom prst="rect">
            <a:avLst/>
          </a:prstGeom>
        </p:spPr>
      </p:pic>
    </p:spTree>
    <p:extLst>
      <p:ext uri="{BB962C8B-B14F-4D97-AF65-F5344CB8AC3E}">
        <p14:creationId xmlns:p14="http://schemas.microsoft.com/office/powerpoint/2010/main" val="219654718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11AA4-063F-99FB-4145-0F7D193CD1AA}"/>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4C3D00F8-B541-420E-DB17-E68FBC07C0B4}"/>
              </a:ext>
            </a:extLst>
          </p:cNvPr>
          <p:cNvSpPr txBox="1">
            <a:spLocks noGrp="1"/>
          </p:cNvSpPr>
          <p:nvPr>
            <p:ph type="body" idx="13"/>
          </p:nvPr>
        </p:nvSpPr>
        <p:spPr>
          <a:xfrm>
            <a:off x="1278379" y="1272465"/>
            <a:ext cx="16981241" cy="1107994"/>
          </a:xfrm>
          <a:prstGeom prst="rect">
            <a:avLst/>
          </a:prstGeom>
        </p:spPr>
        <p:txBody>
          <a:bodyPr/>
          <a:lstStyle/>
          <a:p>
            <a:pPr marL="0" indent="0">
              <a:buSzTx/>
              <a:buFontTx/>
              <a:buNone/>
              <a:defRPr sz="6000" b="1" spc="-300">
                <a:latin typeface="+mn-lt"/>
                <a:ea typeface="+mn-ea"/>
                <a:cs typeface="+mn-cs"/>
                <a:sym typeface="Open Sans"/>
              </a:defRPr>
            </a:pPr>
            <a:r>
              <a:rPr lang="es-ES" sz="6000" dirty="0">
                <a:sym typeface="Open Sans"/>
              </a:rPr>
              <a:t>DIAGRAMA DE FLUJO DE DATOS</a:t>
            </a:r>
            <a:endParaRPr lang="es-CL" dirty="0"/>
          </a:p>
        </p:txBody>
      </p:sp>
      <p:pic>
        <p:nvPicPr>
          <p:cNvPr id="6" name="Imagen 5" descr="Interfaz de usuario gráfica, Aplicación, Teams&#10;&#10;El contenido generado por IA puede ser incorrecto.">
            <a:extLst>
              <a:ext uri="{FF2B5EF4-FFF2-40B4-BE49-F238E27FC236}">
                <a16:creationId xmlns:a16="http://schemas.microsoft.com/office/drawing/2014/main" id="{60B32B73-112B-2802-90F1-73AB57BE1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2102" y="2485355"/>
            <a:ext cx="9679796" cy="9958180"/>
          </a:xfrm>
          <a:prstGeom prst="rect">
            <a:avLst/>
          </a:prstGeom>
        </p:spPr>
      </p:pic>
    </p:spTree>
    <p:extLst>
      <p:ext uri="{BB962C8B-B14F-4D97-AF65-F5344CB8AC3E}">
        <p14:creationId xmlns:p14="http://schemas.microsoft.com/office/powerpoint/2010/main" val="144692645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CL" dirty="0"/>
              <a:t>Diagrama de Infraestructura TI CLOUD</a:t>
            </a:r>
          </a:p>
          <a:p>
            <a:pPr marL="0" indent="0">
              <a:buSzTx/>
              <a:buFontTx/>
              <a:buNone/>
              <a:defRPr sz="4000" spc="-200"/>
            </a:pPr>
            <a:r>
              <a:rPr lang="es-ES" dirty="0"/>
              <a:t>Infraestructura Hibrida</a:t>
            </a:r>
          </a:p>
        </p:txBody>
      </p:sp>
      <p:pic>
        <p:nvPicPr>
          <p:cNvPr id="3" name="Imagen 2" descr="Interfaz de usuario gráfica, Aplicación&#10;&#10;El contenido generado por IA puede ser incorrecto.">
            <a:extLst>
              <a:ext uri="{FF2B5EF4-FFF2-40B4-BE49-F238E27FC236}">
                <a16:creationId xmlns:a16="http://schemas.microsoft.com/office/drawing/2014/main" id="{160014C7-45F5-E079-176B-F4CDAC0DD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1055" y="2401353"/>
            <a:ext cx="11378565" cy="10042182"/>
          </a:xfrm>
          <a:prstGeom prst="rect">
            <a:avLst/>
          </a:prstGeom>
        </p:spPr>
      </p:pic>
    </p:spTree>
    <p:extLst>
      <p:ext uri="{BB962C8B-B14F-4D97-AF65-F5344CB8AC3E}">
        <p14:creationId xmlns:p14="http://schemas.microsoft.com/office/powerpoint/2010/main" val="130859936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107994"/>
          </a:xfrm>
          <a:prstGeom prst="rect">
            <a:avLst/>
          </a:prstGeom>
        </p:spPr>
        <p:txBody>
          <a:bodyPr/>
          <a:lstStyle/>
          <a:p>
            <a:pPr marL="0" indent="0">
              <a:buSzTx/>
              <a:buFontTx/>
              <a:buNone/>
              <a:defRPr sz="6000" b="1" spc="-300">
                <a:latin typeface="+mn-lt"/>
                <a:ea typeface="+mn-ea"/>
                <a:cs typeface="+mn-cs"/>
                <a:sym typeface="Open Sans"/>
              </a:defRPr>
            </a:pPr>
            <a:r>
              <a:rPr lang="es-CL" dirty="0"/>
              <a:t>Diagrama de Arquitectura</a:t>
            </a:r>
          </a:p>
        </p:txBody>
      </p:sp>
      <p:pic>
        <p:nvPicPr>
          <p:cNvPr id="4" name="Imagen 3">
            <a:extLst>
              <a:ext uri="{FF2B5EF4-FFF2-40B4-BE49-F238E27FC236}">
                <a16:creationId xmlns:a16="http://schemas.microsoft.com/office/drawing/2014/main" id="{D2C536A0-27B0-A409-0EE1-B6F469806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6348" y="3338021"/>
            <a:ext cx="10006757" cy="8941951"/>
          </a:xfrm>
          <a:prstGeom prst="rect">
            <a:avLst/>
          </a:prstGeom>
        </p:spPr>
      </p:pic>
    </p:spTree>
    <p:extLst>
      <p:ext uri="{BB962C8B-B14F-4D97-AF65-F5344CB8AC3E}">
        <p14:creationId xmlns:p14="http://schemas.microsoft.com/office/powerpoint/2010/main" val="12173027"/>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INDICADORES DE DESEMPEÑO</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251745138"/>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t="83" b="83"/>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Solución propuesta</a:t>
            </a:r>
            <a:endParaRPr dirty="0"/>
          </a:p>
          <a:p>
            <a:pPr marL="0" indent="0">
              <a:buSzTx/>
              <a:buFontTx/>
              <a:buNone/>
              <a:defRPr sz="4000" spc="-200"/>
            </a:pPr>
            <a:r>
              <a:rPr lang="es-CL" dirty="0"/>
              <a:t>Indicadores de desempeño</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4339648"/>
          </a:xfrm>
          <a:prstGeom prst="rect">
            <a:avLst/>
          </a:prstGeom>
        </p:spPr>
        <p:txBody>
          <a:bodyPr/>
          <a:lstStyle/>
          <a:p>
            <a:endParaRPr lang="es-CL" dirty="0"/>
          </a:p>
          <a:p>
            <a:endParaRPr lang="es-CL" dirty="0"/>
          </a:p>
          <a:p>
            <a:pPr marL="457200" indent="-457200">
              <a:buFont typeface="Arial" panose="020B0604020202020204" pitchFamily="34" charset="0"/>
              <a:buChar char="•"/>
            </a:pPr>
            <a:r>
              <a:rPr lang="es-ES" dirty="0"/>
              <a:t>Diseño y descripción de KPI</a:t>
            </a:r>
          </a:p>
          <a:p>
            <a:pPr marL="457200" indent="-457200">
              <a:buFont typeface="Arial" panose="020B0604020202020204" pitchFamily="34" charset="0"/>
              <a:buChar char="•"/>
            </a:pPr>
            <a:r>
              <a:rPr lang="es-ES" dirty="0"/>
              <a:t>Diseño y descripción de SLA</a:t>
            </a:r>
          </a:p>
          <a:p>
            <a:pPr marL="457200" indent="-457200">
              <a:buFont typeface="Arial" panose="020B0604020202020204" pitchFamily="34" charset="0"/>
              <a:buChar char="•"/>
            </a:pPr>
            <a:r>
              <a:rPr lang="es-ES" dirty="0"/>
              <a:t>Plan de Pruebas</a:t>
            </a:r>
          </a:p>
          <a:p>
            <a:pPr marL="457200" indent="-457200">
              <a:buFont typeface="Arial" panose="020B0604020202020204" pitchFamily="34" charset="0"/>
              <a:buChar char="•"/>
            </a:pPr>
            <a:r>
              <a:rPr lang="es-ES" dirty="0"/>
              <a:t>Diseños para el Aseguramiento de Calidad (QA)</a:t>
            </a:r>
          </a:p>
          <a:p>
            <a:pPr marL="457200" indent="-457200">
              <a:buFont typeface="Arial" panose="020B0604020202020204" pitchFamily="34" charset="0"/>
              <a:buChar char="•"/>
            </a:pPr>
            <a:r>
              <a:rPr lang="es-ES" dirty="0"/>
              <a:t>Normas y Estándares</a:t>
            </a:r>
            <a:endParaRPr lang="es-CL" dirty="0"/>
          </a:p>
          <a:p>
            <a:endParaRPr lang="es-CL" dirty="0"/>
          </a:p>
          <a:p>
            <a:endParaRPr lang="es-CL" dirty="0"/>
          </a:p>
        </p:txBody>
      </p:sp>
    </p:spTree>
    <p:extLst>
      <p:ext uri="{BB962C8B-B14F-4D97-AF65-F5344CB8AC3E}">
        <p14:creationId xmlns:p14="http://schemas.microsoft.com/office/powerpoint/2010/main" val="2833329463"/>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CL" dirty="0"/>
              <a:t>Indicadores de Desempeño KPI</a:t>
            </a:r>
          </a:p>
          <a:p>
            <a:pPr marL="0" indent="0">
              <a:buSzTx/>
              <a:buFontTx/>
              <a:buNone/>
              <a:defRPr sz="4000" spc="-200"/>
            </a:pPr>
            <a:r>
              <a:rPr lang="es-ES" dirty="0"/>
              <a:t>Sistema de </a:t>
            </a:r>
            <a:r>
              <a:rPr lang="es-ES" b="1" dirty="0"/>
              <a:t>Telemetría y Automatización</a:t>
            </a:r>
          </a:p>
        </p:txBody>
      </p:sp>
      <p:grpSp>
        <p:nvGrpSpPr>
          <p:cNvPr id="5" name="Grupo 4">
            <a:extLst>
              <a:ext uri="{FF2B5EF4-FFF2-40B4-BE49-F238E27FC236}">
                <a16:creationId xmlns:a16="http://schemas.microsoft.com/office/drawing/2014/main" id="{336DD6CE-5EA7-2010-DD4F-E8144236B09F}"/>
              </a:ext>
            </a:extLst>
          </p:cNvPr>
          <p:cNvGrpSpPr/>
          <p:nvPr/>
        </p:nvGrpSpPr>
        <p:grpSpPr>
          <a:xfrm>
            <a:off x="2964927" y="3930880"/>
            <a:ext cx="4191001" cy="8243096"/>
            <a:chOff x="3300825" y="3930880"/>
            <a:chExt cx="4191001" cy="8243096"/>
          </a:xfrm>
        </p:grpSpPr>
        <p:sp>
          <p:nvSpPr>
            <p:cNvPr id="221" name="Círculo">
              <a:extLst>
                <a:ext uri="{FF2B5EF4-FFF2-40B4-BE49-F238E27FC236}">
                  <a16:creationId xmlns:a16="http://schemas.microsoft.com/office/drawing/2014/main" id="{8D985124-590C-A9AC-1609-C1630B0E68AD}"/>
                </a:ext>
              </a:extLst>
            </p:cNvPr>
            <p:cNvSpPr/>
            <p:nvPr/>
          </p:nvSpPr>
          <p:spPr>
            <a:xfrm>
              <a:off x="3808825" y="3930880"/>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4BFA6986-74B9-D44C-5188-8DB7975089BE}"/>
                </a:ext>
              </a:extLst>
            </p:cNvPr>
            <p:cNvSpPr/>
            <p:nvPr/>
          </p:nvSpPr>
          <p:spPr>
            <a:xfrm>
              <a:off x="3300825" y="8914966"/>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 disponibilidad del sistema mide el porcentaje de tiempo que la plataforma de telemetría permanece operativa y accesible para los usuarios. </a:t>
              </a:r>
              <a:endParaRPr/>
            </a:p>
          </p:txBody>
        </p:sp>
        <p:sp>
          <p:nvSpPr>
            <p:cNvPr id="223" name="ITEM 1">
              <a:extLst>
                <a:ext uri="{FF2B5EF4-FFF2-40B4-BE49-F238E27FC236}">
                  <a16:creationId xmlns:a16="http://schemas.microsoft.com/office/drawing/2014/main" id="{7390F575-DF34-EE73-57F1-97B0E8A83D8C}"/>
                </a:ext>
              </a:extLst>
            </p:cNvPr>
            <p:cNvSpPr txBox="1"/>
            <p:nvPr/>
          </p:nvSpPr>
          <p:spPr>
            <a:xfrm>
              <a:off x="3479947" y="7298983"/>
              <a:ext cx="3832781"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DISPONIBILIDAD DEL</a:t>
              </a:r>
            </a:p>
            <a:p>
              <a:pPr algn="ctr" defTabSz="584200">
                <a:lnSpc>
                  <a:spcPct val="110000"/>
                </a:lnSpc>
                <a:defRPr sz="2800" b="1" spc="0">
                  <a:latin typeface="+mn-lt"/>
                  <a:ea typeface="+mn-ea"/>
                  <a:cs typeface="+mn-cs"/>
                  <a:sym typeface="Open Sans"/>
                </a:defRPr>
              </a:pPr>
              <a:r>
                <a:rPr lang="es-CL" sz="2800" b="1">
                  <a:sym typeface="Open Sans"/>
                </a:rPr>
                <a:t>SISTEMA</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E7E9F86E-5B96-355D-865C-26904D0D0B0B}"/>
                </a:ext>
              </a:extLst>
            </p:cNvPr>
            <p:cNvSpPr txBox="1"/>
            <p:nvPr/>
          </p:nvSpPr>
          <p:spPr>
            <a:xfrm>
              <a:off x="3719970" y="8288960"/>
              <a:ext cx="3352713"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Operatividad Continua 24/7</a:t>
              </a:r>
              <a:endParaRPr/>
            </a:p>
          </p:txBody>
        </p:sp>
      </p:grpSp>
      <p:grpSp>
        <p:nvGrpSpPr>
          <p:cNvPr id="4" name="Grupo 3">
            <a:extLst>
              <a:ext uri="{FF2B5EF4-FFF2-40B4-BE49-F238E27FC236}">
                <a16:creationId xmlns:a16="http://schemas.microsoft.com/office/drawing/2014/main" id="{70CA883A-5D1D-B56E-3F71-EB4FFB869F4E}"/>
              </a:ext>
            </a:extLst>
          </p:cNvPr>
          <p:cNvGrpSpPr/>
          <p:nvPr/>
        </p:nvGrpSpPr>
        <p:grpSpPr>
          <a:xfrm>
            <a:off x="7451977" y="3930880"/>
            <a:ext cx="4191001" cy="8243096"/>
            <a:chOff x="7831275" y="3930880"/>
            <a:chExt cx="4191001" cy="8243096"/>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75D33C70-92D9-614A-4E50-634FEB40549C}"/>
                </a:ext>
              </a:extLst>
            </p:cNvPr>
            <p:cNvSpPr/>
            <p:nvPr/>
          </p:nvSpPr>
          <p:spPr>
            <a:xfrm>
              <a:off x="7831275" y="8914966"/>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 latencia de transmisión mide el tiempo transcurrido desde que una estación remota envía un dato de caudal hasta que es recibido y procesado en el servidor central.</a:t>
              </a:r>
              <a:endParaRPr/>
            </a:p>
          </p:txBody>
        </p:sp>
        <p:sp>
          <p:nvSpPr>
            <p:cNvPr id="219" name="ITEM 2">
              <a:extLst>
                <a:ext uri="{FF2B5EF4-FFF2-40B4-BE49-F238E27FC236}">
                  <a16:creationId xmlns:a16="http://schemas.microsoft.com/office/drawing/2014/main" id="{6989B74B-68DE-241D-EA8A-441D42410B13}"/>
                </a:ext>
              </a:extLst>
            </p:cNvPr>
            <p:cNvSpPr txBox="1"/>
            <p:nvPr/>
          </p:nvSpPr>
          <p:spPr>
            <a:xfrm>
              <a:off x="8042447" y="7298984"/>
              <a:ext cx="3768659"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LATENCIA DE</a:t>
              </a:r>
            </a:p>
            <a:p>
              <a:pPr algn="ctr" defTabSz="584200">
                <a:lnSpc>
                  <a:spcPct val="110000"/>
                </a:lnSpc>
                <a:defRPr sz="2800" b="1" spc="0">
                  <a:latin typeface="+mn-lt"/>
                  <a:ea typeface="+mn-ea"/>
                  <a:cs typeface="+mn-cs"/>
                  <a:sym typeface="Open Sans"/>
                </a:defRPr>
              </a:pPr>
              <a:r>
                <a:rPr lang="es-CL" sz="2800" b="1">
                  <a:sym typeface="Open Sans"/>
                </a:rPr>
                <a:t>TRANSMISIÓN MQTT</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EC22A31D-787D-3B31-D568-458356FD30A8}"/>
                </a:ext>
              </a:extLst>
            </p:cNvPr>
            <p:cNvSpPr txBox="1"/>
            <p:nvPr/>
          </p:nvSpPr>
          <p:spPr>
            <a:xfrm>
              <a:off x="8591955" y="8288960"/>
              <a:ext cx="2669642"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Datos en Tiempo Real</a:t>
              </a:r>
              <a:endParaRPr/>
            </a:p>
          </p:txBody>
        </p:sp>
        <p:sp>
          <p:nvSpPr>
            <p:cNvPr id="225" name="Círculo">
              <a:extLst>
                <a:ext uri="{FF2B5EF4-FFF2-40B4-BE49-F238E27FC236}">
                  <a16:creationId xmlns:a16="http://schemas.microsoft.com/office/drawing/2014/main" id="{BC605C42-3F8B-F98C-ACCD-01A4ACC8EDB5}"/>
                </a:ext>
              </a:extLst>
            </p:cNvPr>
            <p:cNvSpPr/>
            <p:nvPr/>
          </p:nvSpPr>
          <p:spPr>
            <a:xfrm>
              <a:off x="8339275" y="3930880"/>
              <a:ext cx="3175001" cy="3175001"/>
            </a:xfrm>
            <a:prstGeom prst="ellipse">
              <a:avLst/>
            </a:prstGeom>
            <a:solidFill>
              <a:srgbClr val="FFFFFF"/>
            </a:solidFill>
            <a:ln w="76200">
              <a:solidFill>
                <a:srgbClr val="FF2600"/>
              </a:solidFill>
              <a:miter/>
            </a:ln>
          </p:spPr>
          <p:txBody>
            <a:bodyPr tIns="91439" bIns="91439" anchor="ctr"/>
            <a:lstStyle/>
            <a:p>
              <a:endParaRPr sz="7200" b="1">
                <a:solidFill>
                  <a:srgbClr val="FF0000"/>
                </a:solidFill>
              </a:endParaRPr>
            </a:p>
          </p:txBody>
        </p:sp>
      </p:grpSp>
      <p:grpSp>
        <p:nvGrpSpPr>
          <p:cNvPr id="3" name="Grupo 2">
            <a:extLst>
              <a:ext uri="{FF2B5EF4-FFF2-40B4-BE49-F238E27FC236}">
                <a16:creationId xmlns:a16="http://schemas.microsoft.com/office/drawing/2014/main" id="{B6F3EED8-B394-6057-6F40-65D9A0AC08B7}"/>
              </a:ext>
            </a:extLst>
          </p:cNvPr>
          <p:cNvGrpSpPr/>
          <p:nvPr/>
        </p:nvGrpSpPr>
        <p:grpSpPr>
          <a:xfrm>
            <a:off x="11939027" y="3930880"/>
            <a:ext cx="4467570" cy="8243096"/>
            <a:chOff x="12223440" y="3930880"/>
            <a:chExt cx="4467570" cy="8243096"/>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FF927887-BEB1-26A1-E52B-5D4ACF5EDBFF}"/>
                </a:ext>
              </a:extLst>
            </p:cNvPr>
            <p:cNvSpPr/>
            <p:nvPr/>
          </p:nvSpPr>
          <p:spPr>
            <a:xfrm>
              <a:off x="12361724" y="8914966"/>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 precisión de medición evalúa la exactitud de los sensores industriales instalados en las estaciones, comparando valores medidos contra equipamiento patrón certificado.</a:t>
              </a:r>
              <a:endParaRPr/>
            </a:p>
          </p:txBody>
        </p:sp>
        <p:sp>
          <p:nvSpPr>
            <p:cNvPr id="213" name="ITEM 3">
              <a:extLst>
                <a:ext uri="{FF2B5EF4-FFF2-40B4-BE49-F238E27FC236}">
                  <a16:creationId xmlns:a16="http://schemas.microsoft.com/office/drawing/2014/main" id="{EACC5955-5B99-042E-F991-184721917DDC}"/>
                </a:ext>
              </a:extLst>
            </p:cNvPr>
            <p:cNvSpPr txBox="1"/>
            <p:nvPr/>
          </p:nvSpPr>
          <p:spPr>
            <a:xfrm>
              <a:off x="12223440" y="7298984"/>
              <a:ext cx="4467570"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PRECISIÓN DE</a:t>
              </a:r>
            </a:p>
            <a:p>
              <a:pPr algn="ctr" defTabSz="584200">
                <a:lnSpc>
                  <a:spcPct val="110000"/>
                </a:lnSpc>
                <a:defRPr sz="2800" b="1" spc="0">
                  <a:latin typeface="+mn-lt"/>
                  <a:ea typeface="+mn-ea"/>
                  <a:cs typeface="+mn-cs"/>
                  <a:sym typeface="Open Sans"/>
                </a:defRPr>
              </a:pPr>
              <a:r>
                <a:rPr lang="es-ES" sz="2800" b="1">
                  <a:sym typeface="Open Sans"/>
                </a:rPr>
                <a:t>MEDICIÓN DE CAUDALES</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67A1F597-2FD2-558D-2E6C-EB3B7024A430}"/>
                </a:ext>
              </a:extLst>
            </p:cNvPr>
            <p:cNvSpPr txBox="1"/>
            <p:nvPr/>
          </p:nvSpPr>
          <p:spPr>
            <a:xfrm>
              <a:off x="12608867" y="8288960"/>
              <a:ext cx="3696718"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Confiabilidad en Datos Críticos</a:t>
              </a:r>
              <a:endParaRPr/>
            </a:p>
          </p:txBody>
        </p:sp>
        <p:sp>
          <p:nvSpPr>
            <p:cNvPr id="226" name="Círculo">
              <a:extLst>
                <a:ext uri="{FF2B5EF4-FFF2-40B4-BE49-F238E27FC236}">
                  <a16:creationId xmlns:a16="http://schemas.microsoft.com/office/drawing/2014/main" id="{1DE9DF2D-BBD7-395F-1A41-C9CE74CDD43D}"/>
                </a:ext>
              </a:extLst>
            </p:cNvPr>
            <p:cNvSpPr/>
            <p:nvPr/>
          </p:nvSpPr>
          <p:spPr>
            <a:xfrm>
              <a:off x="1286972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2" name="Grupo 1">
            <a:extLst>
              <a:ext uri="{FF2B5EF4-FFF2-40B4-BE49-F238E27FC236}">
                <a16:creationId xmlns:a16="http://schemas.microsoft.com/office/drawing/2014/main" id="{9AA993DD-0EE1-2F29-598C-3F30A601B1AC}"/>
              </a:ext>
            </a:extLst>
          </p:cNvPr>
          <p:cNvGrpSpPr/>
          <p:nvPr/>
        </p:nvGrpSpPr>
        <p:grpSpPr>
          <a:xfrm>
            <a:off x="16702645" y="3930880"/>
            <a:ext cx="5503109" cy="8243096"/>
            <a:chOff x="16236120" y="3930880"/>
            <a:chExt cx="5503109" cy="8243096"/>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DE16BB1E-9802-3D26-BE99-62DECAFE93BE}"/>
                </a:ext>
              </a:extLst>
            </p:cNvPr>
            <p:cNvSpPr/>
            <p:nvPr/>
          </p:nvSpPr>
          <p:spPr>
            <a:xfrm>
              <a:off x="16892175" y="8914966"/>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Este KPI mide la confiabilidad del sistema de control remoto, evaluando el porcentaje de comandos de apertura/cierre de compuertas que se ejecutan exitosamente con confirmación verificada mediante finales de carrera. </a:t>
              </a:r>
              <a:endParaRPr/>
            </a:p>
          </p:txBody>
        </p:sp>
        <p:sp>
          <p:nvSpPr>
            <p:cNvPr id="216" name="ITEM 4">
              <a:extLst>
                <a:ext uri="{FF2B5EF4-FFF2-40B4-BE49-F238E27FC236}">
                  <a16:creationId xmlns:a16="http://schemas.microsoft.com/office/drawing/2014/main" id="{11CDF41F-C8C4-C475-3C05-E891A5F71591}"/>
                </a:ext>
              </a:extLst>
            </p:cNvPr>
            <p:cNvSpPr txBox="1"/>
            <p:nvPr/>
          </p:nvSpPr>
          <p:spPr>
            <a:xfrm>
              <a:off x="16236120" y="7298984"/>
              <a:ext cx="5503109"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TASA DE ÉXITO DE COMANDOS</a:t>
              </a:r>
            </a:p>
            <a:p>
              <a:pPr algn="ctr" defTabSz="584200">
                <a:lnSpc>
                  <a:spcPct val="110000"/>
                </a:lnSpc>
                <a:defRPr sz="2800" b="1" spc="0">
                  <a:latin typeface="+mn-lt"/>
                  <a:ea typeface="+mn-ea"/>
                  <a:cs typeface="+mn-cs"/>
                  <a:sym typeface="Open Sans"/>
                </a:defRPr>
              </a:pPr>
              <a:r>
                <a:rPr lang="es-ES" sz="2800" b="1">
                  <a:sym typeface="Open Sans"/>
                </a:rPr>
                <a:t>DE CONTROL REMOTO</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E6A5CAF2-6F03-EF77-84F9-28B6701F90C7}"/>
                </a:ext>
              </a:extLst>
            </p:cNvPr>
            <p:cNvSpPr txBox="1"/>
            <p:nvPr/>
          </p:nvSpPr>
          <p:spPr>
            <a:xfrm>
              <a:off x="17067598" y="8288960"/>
              <a:ext cx="384015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Control Efectivo de Compuertas</a:t>
              </a:r>
              <a:endParaRPr/>
            </a:p>
          </p:txBody>
        </p:sp>
        <p:sp>
          <p:nvSpPr>
            <p:cNvPr id="227" name="Círculo">
              <a:extLst>
                <a:ext uri="{FF2B5EF4-FFF2-40B4-BE49-F238E27FC236}">
                  <a16:creationId xmlns:a16="http://schemas.microsoft.com/office/drawing/2014/main" id="{2B207720-AC3B-C425-4DD7-79B6F4A33CA2}"/>
                </a:ext>
              </a:extLst>
            </p:cNvPr>
            <p:cNvSpPr/>
            <p:nvPr/>
          </p:nvSpPr>
          <p:spPr>
            <a:xfrm>
              <a:off x="17400175" y="3930880"/>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grpSp>
      <p:pic>
        <p:nvPicPr>
          <p:cNvPr id="7" name="Imagen 6" descr="Forma&#10;&#10;El contenido generado por IA puede ser incorrecto.">
            <a:extLst>
              <a:ext uri="{FF2B5EF4-FFF2-40B4-BE49-F238E27FC236}">
                <a16:creationId xmlns:a16="http://schemas.microsoft.com/office/drawing/2014/main" id="{52309E2D-E284-0548-53BC-B64FF3D8D2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90871" y="4531672"/>
            <a:ext cx="1913211" cy="1913211"/>
          </a:xfrm>
          <a:prstGeom prst="rect">
            <a:avLst/>
          </a:prstGeom>
        </p:spPr>
      </p:pic>
      <p:pic>
        <p:nvPicPr>
          <p:cNvPr id="9" name="Imagen 8" descr="Forma&#10;&#10;El contenido generado por IA puede ser incorrecto.">
            <a:extLst>
              <a:ext uri="{FF2B5EF4-FFF2-40B4-BE49-F238E27FC236}">
                <a16:creationId xmlns:a16="http://schemas.microsoft.com/office/drawing/2014/main" id="{3965E7D8-C063-C539-862A-5F746D2202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18273" y="4561780"/>
            <a:ext cx="1709075" cy="1709075"/>
          </a:xfrm>
          <a:prstGeom prst="rect">
            <a:avLst/>
          </a:prstGeom>
        </p:spPr>
      </p:pic>
      <p:pic>
        <p:nvPicPr>
          <p:cNvPr id="11" name="Imagen 10" descr="Forma&#10;&#10;El contenido generado por IA puede ser incorrecto.">
            <a:extLst>
              <a:ext uri="{FF2B5EF4-FFF2-40B4-BE49-F238E27FC236}">
                <a16:creationId xmlns:a16="http://schemas.microsoft.com/office/drawing/2014/main" id="{C5C4AAAB-4064-55C2-D5BF-F3DBAD3F6E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61959" y="4704653"/>
            <a:ext cx="1996935" cy="1996935"/>
          </a:xfrm>
          <a:prstGeom prst="rect">
            <a:avLst/>
          </a:prstGeom>
        </p:spPr>
      </p:pic>
      <p:pic>
        <p:nvPicPr>
          <p:cNvPr id="13" name="Imagen 12" descr="Forma&#10;&#10;El contenido generado por IA puede ser incorrecto.">
            <a:extLst>
              <a:ext uri="{FF2B5EF4-FFF2-40B4-BE49-F238E27FC236}">
                <a16:creationId xmlns:a16="http://schemas.microsoft.com/office/drawing/2014/main" id="{D459EC57-639D-BAFA-E9A5-58663F8CB6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514208" y="4763128"/>
            <a:ext cx="1879983" cy="1879983"/>
          </a:xfrm>
          <a:prstGeom prst="rect">
            <a:avLst/>
          </a:prstGeom>
        </p:spPr>
      </p:pic>
      <p:sp>
        <p:nvSpPr>
          <p:cNvPr id="15" name="CuadroTexto 14">
            <a:extLst>
              <a:ext uri="{FF2B5EF4-FFF2-40B4-BE49-F238E27FC236}">
                <a16:creationId xmlns:a16="http://schemas.microsoft.com/office/drawing/2014/main" id="{EBB6C826-5ABC-241B-2DD3-8C51DFBF039B}"/>
              </a:ext>
            </a:extLst>
          </p:cNvPr>
          <p:cNvSpPr txBox="1"/>
          <p:nvPr/>
        </p:nvSpPr>
        <p:spPr>
          <a:xfrm>
            <a:off x="18964706" y="4488270"/>
            <a:ext cx="1206149" cy="46166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CL" sz="2400" b="1" dirty="0">
                <a:solidFill>
                  <a:schemeClr val="tx1">
                    <a:lumMod val="50000"/>
                  </a:schemeClr>
                </a:solidFill>
                <a:latin typeface="Nunito" pitchFamily="2" charset="0"/>
              </a:rPr>
              <a:t>98.5%</a:t>
            </a:r>
          </a:p>
        </p:txBody>
      </p:sp>
      <p:sp>
        <p:nvSpPr>
          <p:cNvPr id="16" name="CuadroTexto 15">
            <a:extLst>
              <a:ext uri="{FF2B5EF4-FFF2-40B4-BE49-F238E27FC236}">
                <a16:creationId xmlns:a16="http://schemas.microsoft.com/office/drawing/2014/main" id="{25A57C86-D12F-E012-629B-4598F3345697}"/>
              </a:ext>
            </a:extLst>
          </p:cNvPr>
          <p:cNvSpPr txBox="1"/>
          <p:nvPr/>
        </p:nvSpPr>
        <p:spPr>
          <a:xfrm>
            <a:off x="4647441" y="4867818"/>
            <a:ext cx="1206149" cy="46166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CL" sz="2400" b="1" dirty="0">
                <a:solidFill>
                  <a:schemeClr val="tx1">
                    <a:lumMod val="50000"/>
                  </a:schemeClr>
                </a:solidFill>
                <a:latin typeface="Nunito" pitchFamily="2" charset="0"/>
              </a:rPr>
              <a:t>99.8%</a:t>
            </a:r>
          </a:p>
        </p:txBody>
      </p:sp>
      <p:sp>
        <p:nvSpPr>
          <p:cNvPr id="6" name="CuadroTexto 5">
            <a:extLst>
              <a:ext uri="{FF2B5EF4-FFF2-40B4-BE49-F238E27FC236}">
                <a16:creationId xmlns:a16="http://schemas.microsoft.com/office/drawing/2014/main" id="{B122F1DA-51CE-CB2E-761A-FE36A2430730}"/>
              </a:ext>
            </a:extLst>
          </p:cNvPr>
          <p:cNvSpPr txBox="1"/>
          <p:nvPr/>
        </p:nvSpPr>
        <p:spPr>
          <a:xfrm>
            <a:off x="8601501" y="6353718"/>
            <a:ext cx="1855729" cy="46166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CL" sz="2400" b="1" dirty="0">
                <a:solidFill>
                  <a:schemeClr val="tx1">
                    <a:lumMod val="50000"/>
                  </a:schemeClr>
                </a:solidFill>
                <a:latin typeface="Nunito" pitchFamily="2" charset="0"/>
              </a:rPr>
              <a:t>≤ 2 segundos</a:t>
            </a:r>
          </a:p>
        </p:txBody>
      </p:sp>
      <p:sp>
        <p:nvSpPr>
          <p:cNvPr id="12" name="CuadroTexto 11">
            <a:extLst>
              <a:ext uri="{FF2B5EF4-FFF2-40B4-BE49-F238E27FC236}">
                <a16:creationId xmlns:a16="http://schemas.microsoft.com/office/drawing/2014/main" id="{1AA2B4AD-FFF6-F881-0D59-82BE64225ED6}"/>
              </a:ext>
            </a:extLst>
          </p:cNvPr>
          <p:cNvSpPr txBox="1"/>
          <p:nvPr/>
        </p:nvSpPr>
        <p:spPr>
          <a:xfrm>
            <a:off x="13695656" y="6261963"/>
            <a:ext cx="1331692" cy="46166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2400" b="1">
                <a:solidFill>
                  <a:schemeClr val="tx1">
                    <a:lumMod val="50000"/>
                  </a:schemeClr>
                </a:solidFill>
                <a:latin typeface="Nunito" pitchFamily="2" charset="0"/>
              </a:defRPr>
            </a:lvl1pPr>
          </a:lstStyle>
          <a:p>
            <a:r>
              <a:rPr lang="es-CL" dirty="0"/>
              <a:t>≤ ±2%</a:t>
            </a:r>
          </a:p>
        </p:txBody>
      </p:sp>
    </p:spTree>
    <p:extLst>
      <p:ext uri="{BB962C8B-B14F-4D97-AF65-F5344CB8AC3E}">
        <p14:creationId xmlns:p14="http://schemas.microsoft.com/office/powerpoint/2010/main" val="2328831914"/>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CL" dirty="0"/>
              <a:t>Acuerdos de Nivel de Servicio</a:t>
            </a:r>
          </a:p>
          <a:p>
            <a:pPr marL="0" indent="0">
              <a:buSzTx/>
              <a:buFontTx/>
              <a:buNone/>
              <a:defRPr sz="4000" spc="-200"/>
            </a:pPr>
            <a:r>
              <a:rPr lang="es-ES" dirty="0"/>
              <a:t>Sistema de </a:t>
            </a:r>
            <a:r>
              <a:rPr lang="es-ES" b="1" dirty="0"/>
              <a:t>Telemetría y Automatización</a:t>
            </a:r>
            <a:endParaRPr lang="es-ES" dirty="0"/>
          </a:p>
        </p:txBody>
      </p:sp>
      <p:grpSp>
        <p:nvGrpSpPr>
          <p:cNvPr id="5" name="Grupo 4">
            <a:extLst>
              <a:ext uri="{FF2B5EF4-FFF2-40B4-BE49-F238E27FC236}">
                <a16:creationId xmlns:a16="http://schemas.microsoft.com/office/drawing/2014/main" id="{E2764A57-BAA5-1C48-3330-FDB983E4DC9A}"/>
              </a:ext>
            </a:extLst>
          </p:cNvPr>
          <p:cNvGrpSpPr/>
          <p:nvPr/>
        </p:nvGrpSpPr>
        <p:grpSpPr>
          <a:xfrm>
            <a:off x="1397381" y="3930880"/>
            <a:ext cx="4191001" cy="8485689"/>
            <a:chOff x="3300825" y="3930880"/>
            <a:chExt cx="4191001" cy="8485689"/>
          </a:xfrm>
        </p:grpSpPr>
        <p:sp>
          <p:nvSpPr>
            <p:cNvPr id="221" name="Círculo">
              <a:extLst>
                <a:ext uri="{FF2B5EF4-FFF2-40B4-BE49-F238E27FC236}">
                  <a16:creationId xmlns:a16="http://schemas.microsoft.com/office/drawing/2014/main" id="{8D985124-590C-A9AC-1609-C1630B0E68AD}"/>
                </a:ext>
              </a:extLst>
            </p:cNvPr>
            <p:cNvSpPr/>
            <p:nvPr/>
          </p:nvSpPr>
          <p:spPr>
            <a:xfrm>
              <a:off x="3808825" y="3930880"/>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4BFA6986-74B9-D44C-5188-8DB7975089BE}"/>
                </a:ext>
              </a:extLst>
            </p:cNvPr>
            <p:cNvSpPr/>
            <p:nvPr/>
          </p:nvSpPr>
          <p:spPr>
            <a:xfrm>
              <a:off x="3300825" y="9157559"/>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CEA Project SPA se compromete contractualmente a mantener el Sistema Integral de Telemetría operativo el 99.8% del tiempo mensual, medido como tiempo total menos inactividad no planificada. </a:t>
              </a:r>
              <a:endParaRPr/>
            </a:p>
          </p:txBody>
        </p:sp>
        <p:sp>
          <p:nvSpPr>
            <p:cNvPr id="223" name="ITEM 1">
              <a:extLst>
                <a:ext uri="{FF2B5EF4-FFF2-40B4-BE49-F238E27FC236}">
                  <a16:creationId xmlns:a16="http://schemas.microsoft.com/office/drawing/2014/main" id="{7390F575-DF34-EE73-57F1-97B0E8A83D8C}"/>
                </a:ext>
              </a:extLst>
            </p:cNvPr>
            <p:cNvSpPr txBox="1"/>
            <p:nvPr/>
          </p:nvSpPr>
          <p:spPr>
            <a:xfrm>
              <a:off x="3814977" y="7298983"/>
              <a:ext cx="3162724"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DISPONIBILIDAD </a:t>
              </a:r>
            </a:p>
            <a:p>
              <a:pPr algn="ctr" defTabSz="584200">
                <a:lnSpc>
                  <a:spcPct val="110000"/>
                </a:lnSpc>
                <a:defRPr sz="2800" b="1" spc="0">
                  <a:latin typeface="+mn-lt"/>
                  <a:ea typeface="+mn-ea"/>
                  <a:cs typeface="+mn-cs"/>
                  <a:sym typeface="Open Sans"/>
                </a:defRPr>
              </a:pPr>
              <a:r>
                <a:rPr lang="es-CL" sz="2800" b="1">
                  <a:sym typeface="Open Sans"/>
                </a:rPr>
                <a:t>DEL SISTEMA</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E7E9F86E-5B96-355D-865C-26904D0D0B0B}"/>
                </a:ext>
              </a:extLst>
            </p:cNvPr>
            <p:cNvSpPr txBox="1"/>
            <p:nvPr/>
          </p:nvSpPr>
          <p:spPr>
            <a:xfrm>
              <a:off x="3442586" y="8512892"/>
              <a:ext cx="3907480"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Garantía de Operación Continua</a:t>
              </a:r>
              <a:endParaRPr/>
            </a:p>
          </p:txBody>
        </p:sp>
      </p:grpSp>
      <p:grpSp>
        <p:nvGrpSpPr>
          <p:cNvPr id="4" name="Grupo 3">
            <a:extLst>
              <a:ext uri="{FF2B5EF4-FFF2-40B4-BE49-F238E27FC236}">
                <a16:creationId xmlns:a16="http://schemas.microsoft.com/office/drawing/2014/main" id="{9F8840AD-21D5-0FEF-6A72-C62947F61F99}"/>
              </a:ext>
            </a:extLst>
          </p:cNvPr>
          <p:cNvGrpSpPr/>
          <p:nvPr/>
        </p:nvGrpSpPr>
        <p:grpSpPr>
          <a:xfrm>
            <a:off x="5940324" y="3930880"/>
            <a:ext cx="4697953" cy="8485689"/>
            <a:chOff x="7704537" y="3930880"/>
            <a:chExt cx="4697953" cy="8485689"/>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75D33C70-92D9-614A-4E50-634FEB40549C}"/>
                </a:ext>
              </a:extLst>
            </p:cNvPr>
            <p:cNvSpPr/>
            <p:nvPr/>
          </p:nvSpPr>
          <p:spPr>
            <a:xfrm>
              <a:off x="7704537" y="9157559"/>
              <a:ext cx="4697953"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El SLA de latencia garantiza que el 95% de los mensajes de telemetría transmitidos desde las estaciones remotas serán recibidos y procesados en el servidor central con una latencia máxima de 2 segundos (percentil 95), y que el 99% se procesará en menos de 5 segundos (percentil 99). </a:t>
              </a:r>
              <a:endParaRPr/>
            </a:p>
          </p:txBody>
        </p:sp>
        <p:sp>
          <p:nvSpPr>
            <p:cNvPr id="219" name="ITEM 2">
              <a:extLst>
                <a:ext uri="{FF2B5EF4-FFF2-40B4-BE49-F238E27FC236}">
                  <a16:creationId xmlns:a16="http://schemas.microsoft.com/office/drawing/2014/main" id="{6989B74B-68DE-241D-EA8A-441D42410B13}"/>
                </a:ext>
              </a:extLst>
            </p:cNvPr>
            <p:cNvSpPr txBox="1"/>
            <p:nvPr/>
          </p:nvSpPr>
          <p:spPr>
            <a:xfrm>
              <a:off x="8735845" y="7298984"/>
              <a:ext cx="2635337"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LATENCIA DE</a:t>
              </a:r>
            </a:p>
            <a:p>
              <a:pPr algn="ctr" defTabSz="584200">
                <a:lnSpc>
                  <a:spcPct val="110000"/>
                </a:lnSpc>
                <a:defRPr sz="2800" b="1" spc="0">
                  <a:latin typeface="+mn-lt"/>
                  <a:ea typeface="+mn-ea"/>
                  <a:cs typeface="+mn-cs"/>
                  <a:sym typeface="Open Sans"/>
                </a:defRPr>
              </a:pPr>
              <a:r>
                <a:rPr lang="es-CL" sz="2800" b="1">
                  <a:sym typeface="Open Sans"/>
                </a:rPr>
                <a:t>TRANSMISIÓN</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EC22A31D-787D-3B31-D568-458356FD30A8}"/>
                </a:ext>
              </a:extLst>
            </p:cNvPr>
            <p:cNvSpPr txBox="1"/>
            <p:nvPr/>
          </p:nvSpPr>
          <p:spPr>
            <a:xfrm>
              <a:off x="7704537" y="8512892"/>
              <a:ext cx="4697953"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ES"/>
                <a:t>Respuesta en Tiempo Real Garantizada</a:t>
              </a:r>
              <a:endParaRPr/>
            </a:p>
          </p:txBody>
        </p:sp>
        <p:sp>
          <p:nvSpPr>
            <p:cNvPr id="225" name="Círculo">
              <a:extLst>
                <a:ext uri="{FF2B5EF4-FFF2-40B4-BE49-F238E27FC236}">
                  <a16:creationId xmlns:a16="http://schemas.microsoft.com/office/drawing/2014/main" id="{BC605C42-3F8B-F98C-ACCD-01A4ACC8EDB5}"/>
                </a:ext>
              </a:extLst>
            </p:cNvPr>
            <p:cNvSpPr/>
            <p:nvPr/>
          </p:nvSpPr>
          <p:spPr>
            <a:xfrm>
              <a:off x="8466013" y="3930880"/>
              <a:ext cx="3175001" cy="3175001"/>
            </a:xfrm>
            <a:prstGeom prst="ellipse">
              <a:avLst/>
            </a:prstGeom>
            <a:solidFill>
              <a:srgbClr val="FFFFFF"/>
            </a:solidFill>
            <a:ln w="76200">
              <a:solidFill>
                <a:srgbClr val="FF2600"/>
              </a:solidFill>
              <a:miter/>
            </a:ln>
          </p:spPr>
          <p:txBody>
            <a:bodyPr tIns="91439" bIns="91439" anchor="ctr"/>
            <a:lstStyle/>
            <a:p>
              <a:endParaRPr sz="7200" b="1">
                <a:solidFill>
                  <a:srgbClr val="FF0000"/>
                </a:solidFill>
              </a:endParaRPr>
            </a:p>
          </p:txBody>
        </p:sp>
      </p:grpSp>
      <p:grpSp>
        <p:nvGrpSpPr>
          <p:cNvPr id="3" name="Grupo 2">
            <a:extLst>
              <a:ext uri="{FF2B5EF4-FFF2-40B4-BE49-F238E27FC236}">
                <a16:creationId xmlns:a16="http://schemas.microsoft.com/office/drawing/2014/main" id="{70A42E7B-232E-A540-B5D6-CA1ED00E93AE}"/>
              </a:ext>
            </a:extLst>
          </p:cNvPr>
          <p:cNvGrpSpPr/>
          <p:nvPr/>
        </p:nvGrpSpPr>
        <p:grpSpPr>
          <a:xfrm>
            <a:off x="10990219" y="3930880"/>
            <a:ext cx="5251438" cy="8485689"/>
            <a:chOff x="11831507" y="3930880"/>
            <a:chExt cx="5251438" cy="8485689"/>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FF927887-BEB1-26A1-E52B-5D4ACF5EDBFF}"/>
                </a:ext>
              </a:extLst>
            </p:cNvPr>
            <p:cNvSpPr/>
            <p:nvPr/>
          </p:nvSpPr>
          <p:spPr>
            <a:xfrm>
              <a:off x="12361724" y="9157559"/>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CEA Project SPA garantiza que las mediciones de caudal reportadas por el sistema tendrán una precisión de ±2% respecto a valores de referencia medidos con equipamiento patrón certificado. </a:t>
              </a:r>
              <a:endParaRPr/>
            </a:p>
          </p:txBody>
        </p:sp>
        <p:sp>
          <p:nvSpPr>
            <p:cNvPr id="213" name="ITEM 3">
              <a:extLst>
                <a:ext uri="{FF2B5EF4-FFF2-40B4-BE49-F238E27FC236}">
                  <a16:creationId xmlns:a16="http://schemas.microsoft.com/office/drawing/2014/main" id="{EACC5955-5B99-042E-F991-184721917DDC}"/>
                </a:ext>
              </a:extLst>
            </p:cNvPr>
            <p:cNvSpPr txBox="1"/>
            <p:nvPr/>
          </p:nvSpPr>
          <p:spPr>
            <a:xfrm>
              <a:off x="11831507" y="7298984"/>
              <a:ext cx="5251438"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PRECISIÓN Y CONFIABILIDAD</a:t>
              </a:r>
            </a:p>
            <a:p>
              <a:pPr algn="ctr" defTabSz="584200">
                <a:lnSpc>
                  <a:spcPct val="110000"/>
                </a:lnSpc>
                <a:defRPr sz="2800" b="1" spc="0">
                  <a:latin typeface="+mn-lt"/>
                  <a:ea typeface="+mn-ea"/>
                  <a:cs typeface="+mn-cs"/>
                  <a:sym typeface="Open Sans"/>
                </a:defRPr>
              </a:pPr>
              <a:r>
                <a:rPr lang="es-ES" sz="2800" b="1">
                  <a:sym typeface="Open Sans"/>
                </a:rPr>
                <a:t>DE DATOS</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67A1F597-2FD2-558D-2E6C-EB3B7024A430}"/>
                </a:ext>
              </a:extLst>
            </p:cNvPr>
            <p:cNvSpPr txBox="1"/>
            <p:nvPr/>
          </p:nvSpPr>
          <p:spPr>
            <a:xfrm>
              <a:off x="12271756" y="8512892"/>
              <a:ext cx="4370940"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Mediciones Certificadas y Confiables</a:t>
              </a:r>
              <a:endParaRPr/>
            </a:p>
          </p:txBody>
        </p:sp>
        <p:sp>
          <p:nvSpPr>
            <p:cNvPr id="226" name="Círculo">
              <a:extLst>
                <a:ext uri="{FF2B5EF4-FFF2-40B4-BE49-F238E27FC236}">
                  <a16:creationId xmlns:a16="http://schemas.microsoft.com/office/drawing/2014/main" id="{1DE9DF2D-BBD7-395F-1A41-C9CE74CDD43D}"/>
                </a:ext>
              </a:extLst>
            </p:cNvPr>
            <p:cNvSpPr/>
            <p:nvPr/>
          </p:nvSpPr>
          <p:spPr>
            <a:xfrm>
              <a:off x="1286972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2" name="Grupo 1">
            <a:extLst>
              <a:ext uri="{FF2B5EF4-FFF2-40B4-BE49-F238E27FC236}">
                <a16:creationId xmlns:a16="http://schemas.microsoft.com/office/drawing/2014/main" id="{97510E1A-C3D7-2009-8BDC-8E4440E1D156}"/>
              </a:ext>
            </a:extLst>
          </p:cNvPr>
          <p:cNvGrpSpPr/>
          <p:nvPr/>
        </p:nvGrpSpPr>
        <p:grpSpPr>
          <a:xfrm>
            <a:off x="16593599" y="3930880"/>
            <a:ext cx="5743890" cy="8485689"/>
            <a:chOff x="16892175" y="3930880"/>
            <a:chExt cx="5743890" cy="8485689"/>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DE16BB1E-9802-3D26-BE99-62DECAFE93BE}"/>
                </a:ext>
              </a:extLst>
            </p:cNvPr>
            <p:cNvSpPr/>
            <p:nvPr/>
          </p:nvSpPr>
          <p:spPr>
            <a:xfrm>
              <a:off x="16892175" y="9157559"/>
              <a:ext cx="5743890"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El acuerdo establece tiempos máximos de respuesta diferenciados según severidad del incidente: críticos (P1) que afectan operación completa del sistema deben atenderse en menos de 4 horas; altos (P2) que impactan funcionalidades clave en menos de 24 horas; y medios (P3) que causan inconvenientes menores en menos de 72 horas.</a:t>
              </a:r>
              <a:endParaRPr/>
            </a:p>
          </p:txBody>
        </p:sp>
        <p:sp>
          <p:nvSpPr>
            <p:cNvPr id="216" name="ITEM 4">
              <a:extLst>
                <a:ext uri="{FF2B5EF4-FFF2-40B4-BE49-F238E27FC236}">
                  <a16:creationId xmlns:a16="http://schemas.microsoft.com/office/drawing/2014/main" id="{11CDF41F-C8C4-C475-3C05-E891A5F71591}"/>
                </a:ext>
              </a:extLst>
            </p:cNvPr>
            <p:cNvSpPr txBox="1"/>
            <p:nvPr/>
          </p:nvSpPr>
          <p:spPr>
            <a:xfrm>
              <a:off x="17705063" y="7298984"/>
              <a:ext cx="4118114"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TIEMPO DE RESPUESTA</a:t>
              </a:r>
            </a:p>
            <a:p>
              <a:pPr algn="ctr" defTabSz="584200">
                <a:lnSpc>
                  <a:spcPct val="110000"/>
                </a:lnSpc>
                <a:defRPr sz="2800" b="1" spc="0">
                  <a:latin typeface="+mn-lt"/>
                  <a:ea typeface="+mn-ea"/>
                  <a:cs typeface="+mn-cs"/>
                  <a:sym typeface="Open Sans"/>
                </a:defRPr>
              </a:pPr>
              <a:r>
                <a:rPr lang="es-ES" sz="2800" b="1">
                  <a:sym typeface="Open Sans"/>
                </a:rPr>
                <a:t>A INCIDENTES</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E6A5CAF2-6F03-EF77-84F9-28B6701F90C7}"/>
                </a:ext>
              </a:extLst>
            </p:cNvPr>
            <p:cNvSpPr txBox="1"/>
            <p:nvPr/>
          </p:nvSpPr>
          <p:spPr>
            <a:xfrm>
              <a:off x="17719362" y="8512892"/>
              <a:ext cx="4089517"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ES"/>
                <a:t>Soporte Técnico Ágil y Escalonado</a:t>
              </a:r>
              <a:endParaRPr/>
            </a:p>
          </p:txBody>
        </p:sp>
        <p:sp>
          <p:nvSpPr>
            <p:cNvPr id="227" name="Círculo">
              <a:extLst>
                <a:ext uri="{FF2B5EF4-FFF2-40B4-BE49-F238E27FC236}">
                  <a16:creationId xmlns:a16="http://schemas.microsoft.com/office/drawing/2014/main" id="{2B207720-AC3B-C425-4DD7-79B6F4A33CA2}"/>
                </a:ext>
              </a:extLst>
            </p:cNvPr>
            <p:cNvSpPr/>
            <p:nvPr/>
          </p:nvSpPr>
          <p:spPr>
            <a:xfrm>
              <a:off x="18176620" y="3930880"/>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grpSp>
      <p:pic>
        <p:nvPicPr>
          <p:cNvPr id="7" name="Imagen 6" descr="Forma&#10;&#10;El contenido generado por IA puede ser incorrecto.">
            <a:extLst>
              <a:ext uri="{FF2B5EF4-FFF2-40B4-BE49-F238E27FC236}">
                <a16:creationId xmlns:a16="http://schemas.microsoft.com/office/drawing/2014/main" id="{37A8AE66-47BD-D1D2-F915-7677F643EE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82344" y="4673633"/>
            <a:ext cx="1739268" cy="1739268"/>
          </a:xfrm>
          <a:prstGeom prst="rect">
            <a:avLst/>
          </a:prstGeom>
        </p:spPr>
      </p:pic>
      <p:pic>
        <p:nvPicPr>
          <p:cNvPr id="9" name="Imagen 8" descr="Forma&#10;&#10;El contenido generado por IA puede ser incorrecto.">
            <a:extLst>
              <a:ext uri="{FF2B5EF4-FFF2-40B4-BE49-F238E27FC236}">
                <a16:creationId xmlns:a16="http://schemas.microsoft.com/office/drawing/2014/main" id="{9D3D3654-7376-00F1-BF3C-D2BB8F0661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2929" y="4435574"/>
            <a:ext cx="2159903" cy="2159903"/>
          </a:xfrm>
          <a:prstGeom prst="rect">
            <a:avLst/>
          </a:prstGeom>
        </p:spPr>
      </p:pic>
      <p:pic>
        <p:nvPicPr>
          <p:cNvPr id="11" name="Imagen 10" descr="Forma&#10;&#10;El contenido generado por IA puede ser incorrecto.">
            <a:extLst>
              <a:ext uri="{FF2B5EF4-FFF2-40B4-BE49-F238E27FC236}">
                <a16:creationId xmlns:a16="http://schemas.microsoft.com/office/drawing/2014/main" id="{144C24AF-FB45-A2F0-AAD3-1BAE6E343E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09306" y="4327844"/>
            <a:ext cx="2067981" cy="2067981"/>
          </a:xfrm>
          <a:prstGeom prst="rect">
            <a:avLst/>
          </a:prstGeom>
        </p:spPr>
      </p:pic>
      <p:pic>
        <p:nvPicPr>
          <p:cNvPr id="13" name="Imagen 12" descr="Forma&#10;&#10;El contenido generado por IA puede ser incorrecto.">
            <a:extLst>
              <a:ext uri="{FF2B5EF4-FFF2-40B4-BE49-F238E27FC236}">
                <a16:creationId xmlns:a16="http://schemas.microsoft.com/office/drawing/2014/main" id="{BA5CF32B-7C86-08FE-5BD1-872DBA4573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581945" y="4509276"/>
            <a:ext cx="2067981" cy="2067981"/>
          </a:xfrm>
          <a:prstGeom prst="rect">
            <a:avLst/>
          </a:prstGeom>
        </p:spPr>
      </p:pic>
    </p:spTree>
    <p:extLst>
      <p:ext uri="{BB962C8B-B14F-4D97-AF65-F5344CB8AC3E}">
        <p14:creationId xmlns:p14="http://schemas.microsoft.com/office/powerpoint/2010/main" val="2418196585"/>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CL" dirty="0"/>
              <a:t>Aseguramiento de Calidad QA</a:t>
            </a:r>
          </a:p>
          <a:p>
            <a:pPr marL="0" indent="0">
              <a:buSzTx/>
              <a:buFontTx/>
              <a:buNone/>
              <a:defRPr sz="4000" spc="-200"/>
            </a:pPr>
            <a:r>
              <a:rPr lang="es-ES" dirty="0"/>
              <a:t>Sistema de </a:t>
            </a:r>
            <a:r>
              <a:rPr lang="es-ES" b="1" dirty="0"/>
              <a:t>Telemetría y Automatización</a:t>
            </a:r>
            <a:endParaRPr lang="es-ES" dirty="0"/>
          </a:p>
        </p:txBody>
      </p:sp>
      <p:grpSp>
        <p:nvGrpSpPr>
          <p:cNvPr id="5" name="Grupo 4">
            <a:extLst>
              <a:ext uri="{FF2B5EF4-FFF2-40B4-BE49-F238E27FC236}">
                <a16:creationId xmlns:a16="http://schemas.microsoft.com/office/drawing/2014/main" id="{8DA0C72A-DCD1-385E-CD4B-5E58BC878CA4}"/>
              </a:ext>
            </a:extLst>
          </p:cNvPr>
          <p:cNvGrpSpPr/>
          <p:nvPr/>
        </p:nvGrpSpPr>
        <p:grpSpPr>
          <a:xfrm>
            <a:off x="1351141" y="3930880"/>
            <a:ext cx="4656724" cy="8597663"/>
            <a:chOff x="3067973" y="3930880"/>
            <a:chExt cx="4656724" cy="8597663"/>
          </a:xfrm>
        </p:grpSpPr>
        <p:sp>
          <p:nvSpPr>
            <p:cNvPr id="221" name="Círculo">
              <a:extLst>
                <a:ext uri="{FF2B5EF4-FFF2-40B4-BE49-F238E27FC236}">
                  <a16:creationId xmlns:a16="http://schemas.microsoft.com/office/drawing/2014/main" id="{8D985124-590C-A9AC-1609-C1630B0E68AD}"/>
                </a:ext>
              </a:extLst>
            </p:cNvPr>
            <p:cNvSpPr/>
            <p:nvPr/>
          </p:nvSpPr>
          <p:spPr>
            <a:xfrm>
              <a:off x="3808825" y="3930880"/>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4BFA6986-74B9-D44C-5188-8DB7975089BE}"/>
                </a:ext>
              </a:extLst>
            </p:cNvPr>
            <p:cNvSpPr/>
            <p:nvPr/>
          </p:nvSpPr>
          <p:spPr>
            <a:xfrm>
              <a:off x="3300825" y="9269533"/>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Las pruebas unitarias validan que cada componente individual del código (funciones, métodos, clases) opera correctamente de forma aislada, antes de integrarse al sistema completo.</a:t>
              </a:r>
              <a:endParaRPr/>
            </a:p>
          </p:txBody>
        </p:sp>
        <p:sp>
          <p:nvSpPr>
            <p:cNvPr id="223" name="ITEM 1">
              <a:extLst>
                <a:ext uri="{FF2B5EF4-FFF2-40B4-BE49-F238E27FC236}">
                  <a16:creationId xmlns:a16="http://schemas.microsoft.com/office/drawing/2014/main" id="{7390F575-DF34-EE73-57F1-97B0E8A83D8C}"/>
                </a:ext>
              </a:extLst>
            </p:cNvPr>
            <p:cNvSpPr txBox="1"/>
            <p:nvPr/>
          </p:nvSpPr>
          <p:spPr>
            <a:xfrm>
              <a:off x="3067973" y="7298983"/>
              <a:ext cx="4656724"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PRUEBAS UNITARIASCON </a:t>
              </a:r>
            </a:p>
            <a:p>
              <a:pPr algn="ctr" defTabSz="584200">
                <a:lnSpc>
                  <a:spcPct val="110000"/>
                </a:lnSpc>
                <a:defRPr sz="2800" b="1" spc="0">
                  <a:latin typeface="+mn-lt"/>
                  <a:ea typeface="+mn-ea"/>
                  <a:cs typeface="+mn-cs"/>
                  <a:sym typeface="Open Sans"/>
                </a:defRPr>
              </a:pPr>
              <a:r>
                <a:rPr lang="es-ES" sz="2800" b="1">
                  <a:sym typeface="Open Sans"/>
                </a:rPr>
                <a:t>COBERTURA ≥80%</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E7E9F86E-5B96-355D-865C-26904D0D0B0B}"/>
                </a:ext>
              </a:extLst>
            </p:cNvPr>
            <p:cNvSpPr txBox="1"/>
            <p:nvPr/>
          </p:nvSpPr>
          <p:spPr>
            <a:xfrm>
              <a:off x="3567236" y="8624866"/>
              <a:ext cx="3658181"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Validación Granular de Código</a:t>
              </a:r>
              <a:endParaRPr/>
            </a:p>
          </p:txBody>
        </p:sp>
      </p:grpSp>
      <p:grpSp>
        <p:nvGrpSpPr>
          <p:cNvPr id="4" name="Grupo 3">
            <a:extLst>
              <a:ext uri="{FF2B5EF4-FFF2-40B4-BE49-F238E27FC236}">
                <a16:creationId xmlns:a16="http://schemas.microsoft.com/office/drawing/2014/main" id="{55D66F54-E694-992F-6A9E-5AA181D41691}"/>
              </a:ext>
            </a:extLst>
          </p:cNvPr>
          <p:cNvGrpSpPr/>
          <p:nvPr/>
        </p:nvGrpSpPr>
        <p:grpSpPr>
          <a:xfrm>
            <a:off x="6541484" y="3930880"/>
            <a:ext cx="4866717" cy="8597663"/>
            <a:chOff x="7618456" y="3930880"/>
            <a:chExt cx="4866717" cy="8597663"/>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75D33C70-92D9-614A-4E50-634FEB40549C}"/>
                </a:ext>
              </a:extLst>
            </p:cNvPr>
            <p:cNvSpPr/>
            <p:nvPr/>
          </p:nvSpPr>
          <p:spPr>
            <a:xfrm>
              <a:off x="7662346" y="9269533"/>
              <a:ext cx="4778937"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Las pruebas de integración verifican que los diferentes componentes del sistema funcionan correctamente al conectarse entre sí, especialmente la comunicación crítica entre microcontroladores ARM en estaciones remotas y el servidor central mediante protocolo MQTT. </a:t>
              </a:r>
              <a:endParaRPr/>
            </a:p>
          </p:txBody>
        </p:sp>
        <p:sp>
          <p:nvSpPr>
            <p:cNvPr id="219" name="ITEM 2">
              <a:extLst>
                <a:ext uri="{FF2B5EF4-FFF2-40B4-BE49-F238E27FC236}">
                  <a16:creationId xmlns:a16="http://schemas.microsoft.com/office/drawing/2014/main" id="{6989B74B-68DE-241D-EA8A-441D42410B13}"/>
                </a:ext>
              </a:extLst>
            </p:cNvPr>
            <p:cNvSpPr txBox="1"/>
            <p:nvPr/>
          </p:nvSpPr>
          <p:spPr>
            <a:xfrm>
              <a:off x="7618456" y="7298984"/>
              <a:ext cx="4866717"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PRUEBAS DE INTEGRACIÓN</a:t>
              </a:r>
            </a:p>
            <a:p>
              <a:pPr algn="ctr" defTabSz="584200">
                <a:lnSpc>
                  <a:spcPct val="110000"/>
                </a:lnSpc>
                <a:defRPr sz="2800" b="1" spc="0">
                  <a:latin typeface="+mn-lt"/>
                  <a:ea typeface="+mn-ea"/>
                  <a:cs typeface="+mn-cs"/>
                  <a:sym typeface="Open Sans"/>
                </a:defRPr>
              </a:pPr>
              <a:r>
                <a:rPr lang="es-CL" sz="2800" b="1">
                  <a:sym typeface="Open Sans"/>
                </a:rPr>
                <a:t>HARDWARE-SOFTWARE</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EC22A31D-787D-3B31-D568-458356FD30A8}"/>
                </a:ext>
              </a:extLst>
            </p:cNvPr>
            <p:cNvSpPr txBox="1"/>
            <p:nvPr/>
          </p:nvSpPr>
          <p:spPr>
            <a:xfrm>
              <a:off x="7662346" y="8624866"/>
              <a:ext cx="4778937"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Validación de Comunicación </a:t>
              </a:r>
              <a:r>
                <a:rPr lang="es-CL" err="1"/>
                <a:t>End-to-End</a:t>
              </a:r>
              <a:endParaRPr/>
            </a:p>
          </p:txBody>
        </p:sp>
        <p:sp>
          <p:nvSpPr>
            <p:cNvPr id="225" name="Círculo">
              <a:extLst>
                <a:ext uri="{FF2B5EF4-FFF2-40B4-BE49-F238E27FC236}">
                  <a16:creationId xmlns:a16="http://schemas.microsoft.com/office/drawing/2014/main" id="{BC605C42-3F8B-F98C-ACCD-01A4ACC8EDB5}"/>
                </a:ext>
              </a:extLst>
            </p:cNvPr>
            <p:cNvSpPr/>
            <p:nvPr/>
          </p:nvSpPr>
          <p:spPr>
            <a:xfrm>
              <a:off x="8464314" y="3930880"/>
              <a:ext cx="3175001" cy="3175001"/>
            </a:xfrm>
            <a:prstGeom prst="ellipse">
              <a:avLst/>
            </a:prstGeom>
            <a:solidFill>
              <a:srgbClr val="FFFFFF"/>
            </a:solidFill>
            <a:ln w="76200">
              <a:solidFill>
                <a:srgbClr val="FF2600"/>
              </a:solidFill>
              <a:miter/>
            </a:ln>
          </p:spPr>
          <p:txBody>
            <a:bodyPr tIns="91439" bIns="91439" anchor="ctr"/>
            <a:lstStyle/>
            <a:p>
              <a:endParaRPr sz="7200" b="1">
                <a:solidFill>
                  <a:srgbClr val="FF0000"/>
                </a:solidFill>
              </a:endParaRPr>
            </a:p>
          </p:txBody>
        </p:sp>
      </p:grpSp>
      <p:grpSp>
        <p:nvGrpSpPr>
          <p:cNvPr id="3" name="Grupo 2">
            <a:extLst>
              <a:ext uri="{FF2B5EF4-FFF2-40B4-BE49-F238E27FC236}">
                <a16:creationId xmlns:a16="http://schemas.microsoft.com/office/drawing/2014/main" id="{1BF1753C-8CB2-9177-1CD7-50E63D5FA59A}"/>
              </a:ext>
            </a:extLst>
          </p:cNvPr>
          <p:cNvGrpSpPr/>
          <p:nvPr/>
        </p:nvGrpSpPr>
        <p:grpSpPr>
          <a:xfrm>
            <a:off x="11941820" y="3930880"/>
            <a:ext cx="4441921" cy="8597663"/>
            <a:chOff x="12236265" y="3930880"/>
            <a:chExt cx="4441921" cy="8597663"/>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FF927887-BEB1-26A1-E52B-5D4ACF5EDBFF}"/>
                </a:ext>
              </a:extLst>
            </p:cNvPr>
            <p:cNvSpPr/>
            <p:nvPr/>
          </p:nvSpPr>
          <p:spPr>
            <a:xfrm>
              <a:off x="12361724" y="9269533"/>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Las pruebas de penetración simulan ataques de hackers para identificar vulnerabilidades de seguridad antes de que sean explotadas por agentes maliciosos. </a:t>
              </a:r>
              <a:endParaRPr/>
            </a:p>
          </p:txBody>
        </p:sp>
        <p:sp>
          <p:nvSpPr>
            <p:cNvPr id="213" name="ITEM 3">
              <a:extLst>
                <a:ext uri="{FF2B5EF4-FFF2-40B4-BE49-F238E27FC236}">
                  <a16:creationId xmlns:a16="http://schemas.microsoft.com/office/drawing/2014/main" id="{EACC5955-5B99-042E-F991-184721917DDC}"/>
                </a:ext>
              </a:extLst>
            </p:cNvPr>
            <p:cNvSpPr txBox="1"/>
            <p:nvPr/>
          </p:nvSpPr>
          <p:spPr>
            <a:xfrm>
              <a:off x="12236265" y="7298984"/>
              <a:ext cx="4441921"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CL" sz="2800" b="1">
                  <a:sym typeface="Open Sans"/>
                </a:rPr>
                <a:t>PRUEBAS DE SEGURIDAD</a:t>
              </a:r>
            </a:p>
            <a:p>
              <a:pPr algn="ctr" defTabSz="584200">
                <a:lnSpc>
                  <a:spcPct val="110000"/>
                </a:lnSpc>
                <a:defRPr sz="2800" b="1" spc="0">
                  <a:latin typeface="+mn-lt"/>
                  <a:ea typeface="+mn-ea"/>
                  <a:cs typeface="+mn-cs"/>
                  <a:sym typeface="Open Sans"/>
                </a:defRPr>
              </a:pPr>
              <a:r>
                <a:rPr lang="es-CL" sz="2800" b="1">
                  <a:sym typeface="Open Sans"/>
                </a:rPr>
                <a:t>(PENTESTING)</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67A1F597-2FD2-558D-2E6C-EB3B7024A430}"/>
                </a:ext>
              </a:extLst>
            </p:cNvPr>
            <p:cNvSpPr txBox="1"/>
            <p:nvPr/>
          </p:nvSpPr>
          <p:spPr>
            <a:xfrm>
              <a:off x="12708734" y="8470978"/>
              <a:ext cx="3496983" cy="718145"/>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Protección Contra Amenazas</a:t>
              </a:r>
            </a:p>
            <a:p>
              <a:r>
                <a:rPr lang="es-CL"/>
                <a:t>Cibernéticas</a:t>
              </a:r>
              <a:endParaRPr/>
            </a:p>
          </p:txBody>
        </p:sp>
        <p:sp>
          <p:nvSpPr>
            <p:cNvPr id="226" name="Círculo">
              <a:extLst>
                <a:ext uri="{FF2B5EF4-FFF2-40B4-BE49-F238E27FC236}">
                  <a16:creationId xmlns:a16="http://schemas.microsoft.com/office/drawing/2014/main" id="{1DE9DF2D-BBD7-395F-1A41-C9CE74CDD43D}"/>
                </a:ext>
              </a:extLst>
            </p:cNvPr>
            <p:cNvSpPr/>
            <p:nvPr/>
          </p:nvSpPr>
          <p:spPr>
            <a:xfrm>
              <a:off x="12869725" y="3930880"/>
              <a:ext cx="3175001" cy="3175001"/>
            </a:xfrm>
            <a:prstGeom prst="ellipse">
              <a:avLst/>
            </a:prstGeom>
            <a:solidFill>
              <a:srgbClr val="FFFFFF"/>
            </a:solidFill>
            <a:ln w="76200">
              <a:solidFill>
                <a:srgbClr val="FF2600"/>
              </a:solidFill>
              <a:miter/>
            </a:ln>
          </p:spPr>
          <p:txBody>
            <a:bodyPr tIns="91439" bIns="91439" anchor="ctr"/>
            <a:lstStyle/>
            <a:p>
              <a:endParaRPr/>
            </a:p>
          </p:txBody>
        </p:sp>
      </p:grpSp>
      <p:grpSp>
        <p:nvGrpSpPr>
          <p:cNvPr id="2" name="Grupo 1">
            <a:extLst>
              <a:ext uri="{FF2B5EF4-FFF2-40B4-BE49-F238E27FC236}">
                <a16:creationId xmlns:a16="http://schemas.microsoft.com/office/drawing/2014/main" id="{8F7E3276-10A8-315C-01C1-ECDAB14F8C1E}"/>
              </a:ext>
            </a:extLst>
          </p:cNvPr>
          <p:cNvGrpSpPr/>
          <p:nvPr/>
        </p:nvGrpSpPr>
        <p:grpSpPr>
          <a:xfrm>
            <a:off x="16917361" y="3930880"/>
            <a:ext cx="4663135" cy="8597663"/>
            <a:chOff x="16656107" y="3930880"/>
            <a:chExt cx="4663135" cy="8597663"/>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DE16BB1E-9802-3D26-BE99-62DECAFE93BE}"/>
                </a:ext>
              </a:extLst>
            </p:cNvPr>
            <p:cNvSpPr/>
            <p:nvPr/>
          </p:nvSpPr>
          <p:spPr>
            <a:xfrm>
              <a:off x="16892175" y="9269533"/>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Las pruebas UAT representan la validación final del sistema por parte de usuarios reales (operadores de la OUA San Javier) en condiciones de campo reales con 3 estaciones instaladas en ubicaciones definitivas. </a:t>
              </a:r>
              <a:endParaRPr/>
            </a:p>
          </p:txBody>
        </p:sp>
        <p:sp>
          <p:nvSpPr>
            <p:cNvPr id="216" name="ITEM 4">
              <a:extLst>
                <a:ext uri="{FF2B5EF4-FFF2-40B4-BE49-F238E27FC236}">
                  <a16:creationId xmlns:a16="http://schemas.microsoft.com/office/drawing/2014/main" id="{11CDF41F-C8C4-C475-3C05-E891A5F71591}"/>
                </a:ext>
              </a:extLst>
            </p:cNvPr>
            <p:cNvSpPr txBox="1"/>
            <p:nvPr/>
          </p:nvSpPr>
          <p:spPr>
            <a:xfrm>
              <a:off x="16656107" y="7298984"/>
              <a:ext cx="4663135"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PRUEBAS DE ACEPTACIÓN</a:t>
              </a:r>
            </a:p>
            <a:p>
              <a:pPr algn="ctr" defTabSz="584200">
                <a:lnSpc>
                  <a:spcPct val="110000"/>
                </a:lnSpc>
                <a:defRPr sz="2800" b="1" spc="0">
                  <a:latin typeface="+mn-lt"/>
                  <a:ea typeface="+mn-ea"/>
                  <a:cs typeface="+mn-cs"/>
                  <a:sym typeface="Open Sans"/>
                </a:defRPr>
              </a:pPr>
              <a:r>
                <a:rPr lang="es-ES" sz="2800" b="1">
                  <a:sym typeface="Open Sans"/>
                </a:rPr>
                <a:t>DE USUARIO (UAT)</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E6A5CAF2-6F03-EF77-84F9-28B6701F90C7}"/>
                </a:ext>
              </a:extLst>
            </p:cNvPr>
            <p:cNvSpPr txBox="1"/>
            <p:nvPr/>
          </p:nvSpPr>
          <p:spPr>
            <a:xfrm>
              <a:off x="16985813" y="8624866"/>
              <a:ext cx="400372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Validación en Condiciones Reales</a:t>
              </a:r>
              <a:endParaRPr/>
            </a:p>
          </p:txBody>
        </p:sp>
        <p:sp>
          <p:nvSpPr>
            <p:cNvPr id="227" name="Círculo">
              <a:extLst>
                <a:ext uri="{FF2B5EF4-FFF2-40B4-BE49-F238E27FC236}">
                  <a16:creationId xmlns:a16="http://schemas.microsoft.com/office/drawing/2014/main" id="{2B207720-AC3B-C425-4DD7-79B6F4A33CA2}"/>
                </a:ext>
              </a:extLst>
            </p:cNvPr>
            <p:cNvSpPr/>
            <p:nvPr/>
          </p:nvSpPr>
          <p:spPr>
            <a:xfrm>
              <a:off x="17400175" y="3930880"/>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grpSp>
      <p:pic>
        <p:nvPicPr>
          <p:cNvPr id="7" name="Imagen 6" descr="Forma&#10;&#10;El contenido generado por IA puede ser incorrecto.">
            <a:extLst>
              <a:ext uri="{FF2B5EF4-FFF2-40B4-BE49-F238E27FC236}">
                <a16:creationId xmlns:a16="http://schemas.microsoft.com/office/drawing/2014/main" id="{B72DBA2F-B14B-88E9-0245-C044B5FC44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25943" y="4260778"/>
            <a:ext cx="2245968" cy="2245968"/>
          </a:xfrm>
          <a:prstGeom prst="rect">
            <a:avLst/>
          </a:prstGeom>
        </p:spPr>
      </p:pic>
      <p:pic>
        <p:nvPicPr>
          <p:cNvPr id="9" name="Imagen 8" descr="Forma&#10;&#10;El contenido generado por IA puede ser incorrecto.">
            <a:extLst>
              <a:ext uri="{FF2B5EF4-FFF2-40B4-BE49-F238E27FC236}">
                <a16:creationId xmlns:a16="http://schemas.microsoft.com/office/drawing/2014/main" id="{6777ED1D-141D-22BE-E165-A272177147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73883" y="4435718"/>
            <a:ext cx="1880480" cy="1880480"/>
          </a:xfrm>
          <a:prstGeom prst="rect">
            <a:avLst/>
          </a:prstGeom>
        </p:spPr>
      </p:pic>
      <p:pic>
        <p:nvPicPr>
          <p:cNvPr id="11" name="Imagen 10" descr="Forma&#10;&#10;El contenido generado por IA puede ser incorrecto.">
            <a:extLst>
              <a:ext uri="{FF2B5EF4-FFF2-40B4-BE49-F238E27FC236}">
                <a16:creationId xmlns:a16="http://schemas.microsoft.com/office/drawing/2014/main" id="{1326B18E-1B8E-2244-10CE-867813C213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8534" y="4578139"/>
            <a:ext cx="1880480" cy="1880480"/>
          </a:xfrm>
          <a:prstGeom prst="rect">
            <a:avLst/>
          </a:prstGeom>
        </p:spPr>
      </p:pic>
      <p:pic>
        <p:nvPicPr>
          <p:cNvPr id="13" name="Imagen 12" descr="Forma&#10;&#10;El contenido generado por IA puede ser incorrecto.">
            <a:extLst>
              <a:ext uri="{FF2B5EF4-FFF2-40B4-BE49-F238E27FC236}">
                <a16:creationId xmlns:a16="http://schemas.microsoft.com/office/drawing/2014/main" id="{48F9E271-E0B1-C47F-2938-94FD8449616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310878" y="4883965"/>
            <a:ext cx="1703801" cy="1703801"/>
          </a:xfrm>
          <a:prstGeom prst="rect">
            <a:avLst/>
          </a:prstGeom>
        </p:spPr>
      </p:pic>
    </p:spTree>
    <p:extLst>
      <p:ext uri="{BB962C8B-B14F-4D97-AF65-F5344CB8AC3E}">
        <p14:creationId xmlns:p14="http://schemas.microsoft.com/office/powerpoint/2010/main" val="568254769"/>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C089-450C-425E-606E-8AB8E0842C39}"/>
            </a:ext>
          </a:extLst>
        </p:cNvPr>
        <p:cNvGrpSpPr/>
        <p:nvPr/>
      </p:nvGrpSpPr>
      <p:grpSpPr>
        <a:xfrm>
          <a:off x="0" y="0"/>
          <a:ext cx="0" cy="0"/>
          <a:chOff x="0" y="0"/>
          <a:chExt cx="0" cy="0"/>
        </a:xfrm>
      </p:grpSpPr>
      <p:sp>
        <p:nvSpPr>
          <p:cNvPr id="211" name="Título de la diapositiva…">
            <a:extLst>
              <a:ext uri="{FF2B5EF4-FFF2-40B4-BE49-F238E27FC236}">
                <a16:creationId xmlns:a16="http://schemas.microsoft.com/office/drawing/2014/main" id="{C728F4F5-72D7-5B1C-2D75-3E8F0C537652}"/>
              </a:ext>
            </a:extLst>
          </p:cNvPr>
          <p:cNvSpPr txBox="1">
            <a:spLocks noGrp="1"/>
          </p:cNvSpPr>
          <p:nvPr>
            <p:ph type="body" idx="13"/>
          </p:nvPr>
        </p:nvSpPr>
        <p:spPr>
          <a:xfrm>
            <a:off x="1278379" y="1272465"/>
            <a:ext cx="16981241" cy="1723547"/>
          </a:xfrm>
          <a:prstGeom prst="rect">
            <a:avLst/>
          </a:prstGeom>
        </p:spPr>
        <p:txBody>
          <a:bodyPr/>
          <a:lstStyle/>
          <a:p>
            <a:pPr marL="0" indent="0">
              <a:buSzTx/>
              <a:buFontTx/>
              <a:buNone/>
              <a:defRPr sz="6000" b="1" spc="-300">
                <a:latin typeface="+mn-lt"/>
                <a:ea typeface="+mn-ea"/>
                <a:cs typeface="+mn-cs"/>
                <a:sym typeface="Open Sans"/>
              </a:defRPr>
            </a:pPr>
            <a:r>
              <a:rPr lang="es-CL" dirty="0"/>
              <a:t>Normas y Estándares</a:t>
            </a:r>
          </a:p>
          <a:p>
            <a:pPr marL="0" indent="0">
              <a:buSzTx/>
              <a:buFontTx/>
              <a:buNone/>
              <a:defRPr sz="4000" spc="-200"/>
            </a:pPr>
            <a:r>
              <a:rPr lang="es-ES" dirty="0"/>
              <a:t>Nombre del proyecto</a:t>
            </a:r>
          </a:p>
        </p:txBody>
      </p:sp>
      <p:grpSp>
        <p:nvGrpSpPr>
          <p:cNvPr id="11" name="Grupo 10">
            <a:extLst>
              <a:ext uri="{FF2B5EF4-FFF2-40B4-BE49-F238E27FC236}">
                <a16:creationId xmlns:a16="http://schemas.microsoft.com/office/drawing/2014/main" id="{850EEF56-D16F-B0A0-1BFB-20F06CF9D5C0}"/>
              </a:ext>
            </a:extLst>
          </p:cNvPr>
          <p:cNvGrpSpPr/>
          <p:nvPr/>
        </p:nvGrpSpPr>
        <p:grpSpPr>
          <a:xfrm>
            <a:off x="1032564" y="3371042"/>
            <a:ext cx="5480475" cy="8784273"/>
            <a:chOff x="2656089" y="3371042"/>
            <a:chExt cx="5480475" cy="8784273"/>
          </a:xfrm>
        </p:grpSpPr>
        <p:sp>
          <p:nvSpPr>
            <p:cNvPr id="221" name="Círculo">
              <a:extLst>
                <a:ext uri="{FF2B5EF4-FFF2-40B4-BE49-F238E27FC236}">
                  <a16:creationId xmlns:a16="http://schemas.microsoft.com/office/drawing/2014/main" id="{8D985124-590C-A9AC-1609-C1630B0E68AD}"/>
                </a:ext>
              </a:extLst>
            </p:cNvPr>
            <p:cNvSpPr/>
            <p:nvPr/>
          </p:nvSpPr>
          <p:spPr>
            <a:xfrm>
              <a:off x="3808825" y="3371042"/>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sp>
          <p:nvSpPr>
            <p:cNvPr id="222" name="Aenean eleifend tellus. Enean ligula, porttitor eu, consequat si vitae, eleifend ac, enim. Aliquam lorem ante, dapibus in, viverra quis, feugiat a, tellus.">
              <a:extLst>
                <a:ext uri="{FF2B5EF4-FFF2-40B4-BE49-F238E27FC236}">
                  <a16:creationId xmlns:a16="http://schemas.microsoft.com/office/drawing/2014/main" id="{4BFA6986-74B9-D44C-5188-8DB7975089BE}"/>
                </a:ext>
              </a:extLst>
            </p:cNvPr>
            <p:cNvSpPr/>
            <p:nvPr/>
          </p:nvSpPr>
          <p:spPr>
            <a:xfrm>
              <a:off x="3300825" y="8896305"/>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OWASP (Open Web </a:t>
              </a:r>
              <a:r>
                <a:rPr lang="es-ES" err="1"/>
                <a:t>Application</a:t>
              </a:r>
              <a:r>
                <a:rPr lang="es-ES"/>
                <a:t> Security Project) Top 10 es el estándar de facto de la industria para seguridad en aplicaciones web.</a:t>
              </a:r>
              <a:endParaRPr/>
            </a:p>
          </p:txBody>
        </p:sp>
        <p:sp>
          <p:nvSpPr>
            <p:cNvPr id="223" name="ITEM 1">
              <a:extLst>
                <a:ext uri="{FF2B5EF4-FFF2-40B4-BE49-F238E27FC236}">
                  <a16:creationId xmlns:a16="http://schemas.microsoft.com/office/drawing/2014/main" id="{7390F575-DF34-EE73-57F1-97B0E8A83D8C}"/>
                </a:ext>
              </a:extLst>
            </p:cNvPr>
            <p:cNvSpPr txBox="1"/>
            <p:nvPr/>
          </p:nvSpPr>
          <p:spPr>
            <a:xfrm>
              <a:off x="3871081" y="6963082"/>
              <a:ext cx="3050515"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n-US" sz="2800" b="1">
                  <a:sym typeface="Open Sans"/>
                </a:rPr>
                <a:t>OWASP TOP 10</a:t>
              </a:r>
            </a:p>
            <a:p>
              <a:pPr algn="ctr" defTabSz="584200">
                <a:lnSpc>
                  <a:spcPct val="110000"/>
                </a:lnSpc>
                <a:defRPr sz="2800" b="1" spc="0">
                  <a:latin typeface="+mn-lt"/>
                  <a:ea typeface="+mn-ea"/>
                  <a:cs typeface="+mn-cs"/>
                  <a:sym typeface="Open Sans"/>
                </a:defRPr>
              </a:pPr>
              <a:r>
                <a:rPr lang="en-US" sz="2800" b="1">
                  <a:sym typeface="Open Sans"/>
                </a:rPr>
                <a:t>SEGURIDAD WEB</a:t>
              </a:r>
              <a:endParaRPr b="0">
                <a:latin typeface="Open Sans Light"/>
                <a:ea typeface="Open Sans Light"/>
                <a:cs typeface="Open Sans Light"/>
                <a:sym typeface="Open Sans Light"/>
              </a:endParaRPr>
            </a:p>
          </p:txBody>
        </p:sp>
        <p:sp>
          <p:nvSpPr>
            <p:cNvPr id="224" name="Subtitle">
              <a:extLst>
                <a:ext uri="{FF2B5EF4-FFF2-40B4-BE49-F238E27FC236}">
                  <a16:creationId xmlns:a16="http://schemas.microsoft.com/office/drawing/2014/main" id="{E7E9F86E-5B96-355D-865C-26904D0D0B0B}"/>
                </a:ext>
              </a:extLst>
            </p:cNvPr>
            <p:cNvSpPr txBox="1"/>
            <p:nvPr/>
          </p:nvSpPr>
          <p:spPr>
            <a:xfrm>
              <a:off x="2656089" y="8251638"/>
              <a:ext cx="5480475"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ES"/>
                <a:t>Estándar Global de Seguridad en Aplicaciones</a:t>
              </a:r>
              <a:endParaRPr/>
            </a:p>
          </p:txBody>
        </p:sp>
        <p:pic>
          <p:nvPicPr>
            <p:cNvPr id="3" name="Imagen 2" descr="Forma&#10;&#10;El contenido generado por IA puede ser incorrecto.">
              <a:extLst>
                <a:ext uri="{FF2B5EF4-FFF2-40B4-BE49-F238E27FC236}">
                  <a16:creationId xmlns:a16="http://schemas.microsoft.com/office/drawing/2014/main" id="{295FF288-B13C-19CA-8030-1D2DB491F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4888" y="3657105"/>
              <a:ext cx="2602874" cy="2602874"/>
            </a:xfrm>
            <a:prstGeom prst="rect">
              <a:avLst/>
            </a:prstGeom>
          </p:spPr>
        </p:pic>
      </p:grpSp>
      <p:grpSp>
        <p:nvGrpSpPr>
          <p:cNvPr id="12" name="Grupo 11">
            <a:extLst>
              <a:ext uri="{FF2B5EF4-FFF2-40B4-BE49-F238E27FC236}">
                <a16:creationId xmlns:a16="http://schemas.microsoft.com/office/drawing/2014/main" id="{208760A1-A62B-1B0B-89A3-3E65110C67B8}"/>
              </a:ext>
            </a:extLst>
          </p:cNvPr>
          <p:cNvGrpSpPr/>
          <p:nvPr/>
        </p:nvGrpSpPr>
        <p:grpSpPr>
          <a:xfrm>
            <a:off x="6688088" y="3371042"/>
            <a:ext cx="6126729" cy="8784273"/>
            <a:chOff x="7134959" y="3371042"/>
            <a:chExt cx="6126729" cy="8784273"/>
          </a:xfrm>
        </p:grpSpPr>
        <p:sp>
          <p:nvSpPr>
            <p:cNvPr id="218" name="Aenean eleifend tellus. Enean ligula, porttitor eu, consequat si vitae, eleifend ac, enim. Aliquam lorem ante, dapibus in, viverra quis, feugiat a, tellus.">
              <a:extLst>
                <a:ext uri="{FF2B5EF4-FFF2-40B4-BE49-F238E27FC236}">
                  <a16:creationId xmlns:a16="http://schemas.microsoft.com/office/drawing/2014/main" id="{75D33C70-92D9-614A-4E50-634FEB40549C}"/>
                </a:ext>
              </a:extLst>
            </p:cNvPr>
            <p:cNvSpPr/>
            <p:nvPr/>
          </p:nvSpPr>
          <p:spPr>
            <a:xfrm>
              <a:off x="7134959" y="8896305"/>
              <a:ext cx="6126729"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ISO/IEC 25010 establece un modelo integral de calidad de software (</a:t>
              </a:r>
              <a:r>
                <a:rPr lang="es-ES" err="1"/>
                <a:t>SQuaRE</a:t>
              </a:r>
              <a:r>
                <a:rPr lang="es-ES"/>
                <a:t> - Software </a:t>
              </a:r>
              <a:r>
                <a:rPr lang="es-ES" err="1"/>
                <a:t>Quality</a:t>
              </a:r>
              <a:r>
                <a:rPr lang="es-ES"/>
                <a:t> </a:t>
              </a:r>
              <a:r>
                <a:rPr lang="es-ES" err="1"/>
                <a:t>Requirements</a:t>
              </a:r>
              <a:r>
                <a:rPr lang="es-ES"/>
                <a:t> and </a:t>
              </a:r>
              <a:r>
                <a:rPr lang="es-ES" err="1"/>
                <a:t>Evaluation</a:t>
              </a:r>
              <a:r>
                <a:rPr lang="es-ES"/>
                <a:t>)</a:t>
              </a:r>
              <a:endParaRPr/>
            </a:p>
          </p:txBody>
        </p:sp>
        <p:sp>
          <p:nvSpPr>
            <p:cNvPr id="219" name="ITEM 2">
              <a:extLst>
                <a:ext uri="{FF2B5EF4-FFF2-40B4-BE49-F238E27FC236}">
                  <a16:creationId xmlns:a16="http://schemas.microsoft.com/office/drawing/2014/main" id="{6989B74B-68DE-241D-EA8A-441D42410B13}"/>
                </a:ext>
              </a:extLst>
            </p:cNvPr>
            <p:cNvSpPr txBox="1"/>
            <p:nvPr/>
          </p:nvSpPr>
          <p:spPr>
            <a:xfrm>
              <a:off x="8069535" y="6963083"/>
              <a:ext cx="4257576"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ISO/IEC 25010</a:t>
              </a:r>
            </a:p>
            <a:p>
              <a:pPr algn="ctr" defTabSz="584200">
                <a:lnSpc>
                  <a:spcPct val="110000"/>
                </a:lnSpc>
                <a:defRPr sz="2800" b="1" spc="0">
                  <a:latin typeface="+mn-lt"/>
                  <a:ea typeface="+mn-ea"/>
                  <a:cs typeface="+mn-cs"/>
                  <a:sym typeface="Open Sans"/>
                </a:defRPr>
              </a:pPr>
              <a:r>
                <a:rPr lang="es-ES" sz="2800" b="1">
                  <a:sym typeface="Open Sans"/>
                </a:rPr>
                <a:t>CALIDAD DE SOFTWARE</a:t>
              </a:r>
              <a:endParaRPr lang="es-ES" b="0">
                <a:latin typeface="Open Sans Light"/>
                <a:ea typeface="Open Sans Light"/>
                <a:cs typeface="Open Sans Light"/>
                <a:sym typeface="Open Sans Light"/>
              </a:endParaRPr>
            </a:p>
          </p:txBody>
        </p:sp>
        <p:sp>
          <p:nvSpPr>
            <p:cNvPr id="220" name="Subtitle">
              <a:extLst>
                <a:ext uri="{FF2B5EF4-FFF2-40B4-BE49-F238E27FC236}">
                  <a16:creationId xmlns:a16="http://schemas.microsoft.com/office/drawing/2014/main" id="{EC22A31D-787D-3B31-D568-458356FD30A8}"/>
                </a:ext>
              </a:extLst>
            </p:cNvPr>
            <p:cNvSpPr txBox="1"/>
            <p:nvPr/>
          </p:nvSpPr>
          <p:spPr>
            <a:xfrm>
              <a:off x="8550052" y="8251638"/>
              <a:ext cx="3296543"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Modelo de Calidad </a:t>
              </a:r>
              <a:r>
                <a:rPr lang="es-CL" err="1"/>
                <a:t>SQuaRE</a:t>
              </a:r>
              <a:endParaRPr/>
            </a:p>
          </p:txBody>
        </p:sp>
        <p:sp>
          <p:nvSpPr>
            <p:cNvPr id="225" name="Círculo">
              <a:extLst>
                <a:ext uri="{FF2B5EF4-FFF2-40B4-BE49-F238E27FC236}">
                  <a16:creationId xmlns:a16="http://schemas.microsoft.com/office/drawing/2014/main" id="{BC605C42-3F8B-F98C-ACCD-01A4ACC8EDB5}"/>
                </a:ext>
              </a:extLst>
            </p:cNvPr>
            <p:cNvSpPr/>
            <p:nvPr/>
          </p:nvSpPr>
          <p:spPr>
            <a:xfrm>
              <a:off x="8610823" y="3371042"/>
              <a:ext cx="3175001" cy="3175001"/>
            </a:xfrm>
            <a:prstGeom prst="ellipse">
              <a:avLst/>
            </a:prstGeom>
            <a:solidFill>
              <a:srgbClr val="FFFFFF"/>
            </a:solidFill>
            <a:ln w="76200">
              <a:solidFill>
                <a:srgbClr val="FF2600"/>
              </a:solidFill>
              <a:miter/>
            </a:ln>
          </p:spPr>
          <p:txBody>
            <a:bodyPr tIns="91439" bIns="91439" anchor="ctr"/>
            <a:lstStyle/>
            <a:p>
              <a:endParaRPr sz="7200" b="1">
                <a:solidFill>
                  <a:srgbClr val="FF0000"/>
                </a:solidFill>
              </a:endParaRPr>
            </a:p>
          </p:txBody>
        </p:sp>
        <p:pic>
          <p:nvPicPr>
            <p:cNvPr id="6" name="Imagen 5">
              <a:extLst>
                <a:ext uri="{FF2B5EF4-FFF2-40B4-BE49-F238E27FC236}">
                  <a16:creationId xmlns:a16="http://schemas.microsoft.com/office/drawing/2014/main" id="{01878324-8B5F-ABD4-F206-65D2C8D40763}"/>
                </a:ext>
              </a:extLst>
            </p:cNvPr>
            <p:cNvPicPr>
              <a:picLocks noChangeAspect="1"/>
            </p:cNvPicPr>
            <p:nvPr/>
          </p:nvPicPr>
          <p:blipFill>
            <a:blip r:embed="rId4"/>
            <a:stretch>
              <a:fillRect/>
            </a:stretch>
          </p:blipFill>
          <p:spPr>
            <a:xfrm>
              <a:off x="8951486" y="4166984"/>
              <a:ext cx="2493675" cy="1670335"/>
            </a:xfrm>
            <a:prstGeom prst="rect">
              <a:avLst/>
            </a:prstGeom>
          </p:spPr>
        </p:pic>
      </p:grpSp>
      <p:grpSp>
        <p:nvGrpSpPr>
          <p:cNvPr id="13" name="Grupo 12">
            <a:extLst>
              <a:ext uri="{FF2B5EF4-FFF2-40B4-BE49-F238E27FC236}">
                <a16:creationId xmlns:a16="http://schemas.microsoft.com/office/drawing/2014/main" id="{AC33B92C-89E3-C701-C09F-4752E34166CB}"/>
              </a:ext>
            </a:extLst>
          </p:cNvPr>
          <p:cNvGrpSpPr/>
          <p:nvPr/>
        </p:nvGrpSpPr>
        <p:grpSpPr>
          <a:xfrm>
            <a:off x="12989866" y="3371042"/>
            <a:ext cx="4356962" cy="8784273"/>
            <a:chOff x="12278745" y="3371042"/>
            <a:chExt cx="4356962" cy="8784273"/>
          </a:xfrm>
        </p:grpSpPr>
        <p:sp>
          <p:nvSpPr>
            <p:cNvPr id="212" name="Aenean eleifend tellus. Enean ligula, porttitor eu, consequat si vitae, eleifend ac, enim. Aliquam lorem ante, dapibus in, viverra quis, feugiat a, tellus.">
              <a:extLst>
                <a:ext uri="{FF2B5EF4-FFF2-40B4-BE49-F238E27FC236}">
                  <a16:creationId xmlns:a16="http://schemas.microsoft.com/office/drawing/2014/main" id="{FF927887-BEB1-26A1-E52B-5D4ACF5EDBFF}"/>
                </a:ext>
              </a:extLst>
            </p:cNvPr>
            <p:cNvSpPr/>
            <p:nvPr/>
          </p:nvSpPr>
          <p:spPr>
            <a:xfrm>
              <a:off x="12361724" y="8896305"/>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Ley 19.628 de Protección de la Vida Privada establece requisitos obligatorios para el tratamiento de datos personales en Chile.</a:t>
              </a:r>
            </a:p>
          </p:txBody>
        </p:sp>
        <p:sp>
          <p:nvSpPr>
            <p:cNvPr id="213" name="ITEM 3">
              <a:extLst>
                <a:ext uri="{FF2B5EF4-FFF2-40B4-BE49-F238E27FC236}">
                  <a16:creationId xmlns:a16="http://schemas.microsoft.com/office/drawing/2014/main" id="{EACC5955-5B99-042E-F991-184721917DDC}"/>
                </a:ext>
              </a:extLst>
            </p:cNvPr>
            <p:cNvSpPr txBox="1"/>
            <p:nvPr/>
          </p:nvSpPr>
          <p:spPr>
            <a:xfrm>
              <a:off x="12278745" y="6963083"/>
              <a:ext cx="4356962"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LEY 19.628 PROTECCIÓN</a:t>
              </a:r>
            </a:p>
            <a:p>
              <a:pPr algn="ctr" defTabSz="584200">
                <a:lnSpc>
                  <a:spcPct val="110000"/>
                </a:lnSpc>
                <a:defRPr sz="2800" b="1" spc="0">
                  <a:latin typeface="+mn-lt"/>
                  <a:ea typeface="+mn-ea"/>
                  <a:cs typeface="+mn-cs"/>
                  <a:sym typeface="Open Sans"/>
                </a:defRPr>
              </a:pPr>
              <a:r>
                <a:rPr lang="es-ES" sz="2800" b="1">
                  <a:sym typeface="Open Sans"/>
                </a:rPr>
                <a:t>DE DATOS PERSONALES</a:t>
              </a:r>
              <a:endParaRPr lang="es-ES" b="0">
                <a:latin typeface="Open Sans Light"/>
                <a:ea typeface="Open Sans Light"/>
                <a:cs typeface="Open Sans Light"/>
                <a:sym typeface="Open Sans Light"/>
              </a:endParaRPr>
            </a:p>
          </p:txBody>
        </p:sp>
        <p:sp>
          <p:nvSpPr>
            <p:cNvPr id="214" name="Subtitle">
              <a:extLst>
                <a:ext uri="{FF2B5EF4-FFF2-40B4-BE49-F238E27FC236}">
                  <a16:creationId xmlns:a16="http://schemas.microsoft.com/office/drawing/2014/main" id="{67A1F597-2FD2-558D-2E6C-EB3B7024A430}"/>
                </a:ext>
              </a:extLst>
            </p:cNvPr>
            <p:cNvSpPr txBox="1"/>
            <p:nvPr/>
          </p:nvSpPr>
          <p:spPr>
            <a:xfrm>
              <a:off x="12390859" y="8251638"/>
              <a:ext cx="4132734"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CL"/>
                <a:t>Cumplimiento Normativo Nacional</a:t>
              </a:r>
              <a:endParaRPr/>
            </a:p>
          </p:txBody>
        </p:sp>
        <p:sp>
          <p:nvSpPr>
            <p:cNvPr id="226" name="Círculo">
              <a:extLst>
                <a:ext uri="{FF2B5EF4-FFF2-40B4-BE49-F238E27FC236}">
                  <a16:creationId xmlns:a16="http://schemas.microsoft.com/office/drawing/2014/main" id="{1DE9DF2D-BBD7-395F-1A41-C9CE74CDD43D}"/>
                </a:ext>
              </a:extLst>
            </p:cNvPr>
            <p:cNvSpPr/>
            <p:nvPr/>
          </p:nvSpPr>
          <p:spPr>
            <a:xfrm>
              <a:off x="12869725" y="3371042"/>
              <a:ext cx="3175001" cy="3175001"/>
            </a:xfrm>
            <a:prstGeom prst="ellipse">
              <a:avLst/>
            </a:prstGeom>
            <a:solidFill>
              <a:srgbClr val="FFFFFF"/>
            </a:solidFill>
            <a:ln w="76200">
              <a:solidFill>
                <a:srgbClr val="FF2600"/>
              </a:solidFill>
              <a:miter/>
            </a:ln>
          </p:spPr>
          <p:txBody>
            <a:bodyPr tIns="91439" bIns="91439" anchor="ctr"/>
            <a:lstStyle/>
            <a:p>
              <a:endParaRPr/>
            </a:p>
          </p:txBody>
        </p:sp>
        <p:pic>
          <p:nvPicPr>
            <p:cNvPr id="8" name="Imagen 7" descr="Forma&#10;&#10;El contenido generado por IA puede ser incorrecto.">
              <a:extLst>
                <a:ext uri="{FF2B5EF4-FFF2-40B4-BE49-F238E27FC236}">
                  <a16:creationId xmlns:a16="http://schemas.microsoft.com/office/drawing/2014/main" id="{D00D6981-DAD0-59EB-113C-78FE36F263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39105" y="3840423"/>
              <a:ext cx="2236238" cy="2236238"/>
            </a:xfrm>
            <a:prstGeom prst="rect">
              <a:avLst/>
            </a:prstGeom>
          </p:spPr>
        </p:pic>
      </p:grpSp>
      <p:grpSp>
        <p:nvGrpSpPr>
          <p:cNvPr id="14" name="Grupo 13">
            <a:extLst>
              <a:ext uri="{FF2B5EF4-FFF2-40B4-BE49-F238E27FC236}">
                <a16:creationId xmlns:a16="http://schemas.microsoft.com/office/drawing/2014/main" id="{B99AC6F2-9A86-FCBA-B443-5629A7CD273E}"/>
              </a:ext>
            </a:extLst>
          </p:cNvPr>
          <p:cNvGrpSpPr/>
          <p:nvPr/>
        </p:nvGrpSpPr>
        <p:grpSpPr>
          <a:xfrm>
            <a:off x="17521876" y="3371042"/>
            <a:ext cx="4909678" cy="8784273"/>
            <a:chOff x="16532836" y="3371042"/>
            <a:chExt cx="4909678" cy="8784273"/>
          </a:xfrm>
        </p:grpSpPr>
        <p:sp>
          <p:nvSpPr>
            <p:cNvPr id="215" name="Aenean eleifend tellus. Enean ligula, porttitor eu, consequat si vitae, eleifend ac, enim. Aliquam lorem ante, dapibus in, viverra quis, feugiat a, tellus.">
              <a:extLst>
                <a:ext uri="{FF2B5EF4-FFF2-40B4-BE49-F238E27FC236}">
                  <a16:creationId xmlns:a16="http://schemas.microsoft.com/office/drawing/2014/main" id="{DE16BB1E-9802-3D26-BE99-62DECAFE93BE}"/>
                </a:ext>
              </a:extLst>
            </p:cNvPr>
            <p:cNvSpPr/>
            <p:nvPr/>
          </p:nvSpPr>
          <p:spPr>
            <a:xfrm>
              <a:off x="16892175" y="8896305"/>
              <a:ext cx="4191001" cy="32590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38100" tIns="38100" rIns="38100" bIns="38100"/>
            <a:lstStyle>
              <a:lvl1pPr algn="ctr" defTabSz="584200">
                <a:defRPr sz="2500" spc="25"/>
              </a:lvl1pPr>
            </a:lstStyle>
            <a:p>
              <a:r>
                <a:rPr lang="es-ES"/>
                <a:t>Las Web Content </a:t>
              </a:r>
              <a:r>
                <a:rPr lang="es-ES" err="1"/>
                <a:t>Accessibility</a:t>
              </a:r>
              <a:r>
                <a:rPr lang="es-ES"/>
                <a:t> </a:t>
              </a:r>
              <a:r>
                <a:rPr lang="es-ES" err="1"/>
                <a:t>Guidelines</a:t>
              </a:r>
              <a:r>
                <a:rPr lang="es-ES"/>
                <a:t> (WCAG) 2.1 Nivel AA establecen criterios de diseño para garantizar que aplicaciones web sean accesibles para personas con discapacidades visuales, auditivas, motoras o cognitivas.</a:t>
              </a:r>
              <a:endParaRPr/>
            </a:p>
          </p:txBody>
        </p:sp>
        <p:sp>
          <p:nvSpPr>
            <p:cNvPr id="216" name="ITEM 4">
              <a:extLst>
                <a:ext uri="{FF2B5EF4-FFF2-40B4-BE49-F238E27FC236}">
                  <a16:creationId xmlns:a16="http://schemas.microsoft.com/office/drawing/2014/main" id="{11CDF41F-C8C4-C475-3C05-E891A5F71591}"/>
                </a:ext>
              </a:extLst>
            </p:cNvPr>
            <p:cNvSpPr txBox="1"/>
            <p:nvPr/>
          </p:nvSpPr>
          <p:spPr>
            <a:xfrm>
              <a:off x="17151436" y="6963083"/>
              <a:ext cx="3672479" cy="1024768"/>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p>
              <a:pPr algn="ctr" defTabSz="584200">
                <a:lnSpc>
                  <a:spcPct val="110000"/>
                </a:lnSpc>
                <a:defRPr sz="2800" b="1" spc="0">
                  <a:latin typeface="+mn-lt"/>
                  <a:ea typeface="+mn-ea"/>
                  <a:cs typeface="+mn-cs"/>
                  <a:sym typeface="Open Sans"/>
                </a:defRPr>
              </a:pPr>
              <a:r>
                <a:rPr lang="es-ES" sz="2800" b="1">
                  <a:sym typeface="Open Sans"/>
                </a:rPr>
                <a:t>WCAG 2.1 NIVEL AA</a:t>
              </a:r>
            </a:p>
            <a:p>
              <a:pPr algn="ctr" defTabSz="584200">
                <a:lnSpc>
                  <a:spcPct val="110000"/>
                </a:lnSpc>
                <a:defRPr sz="2800" b="1" spc="0">
                  <a:latin typeface="+mn-lt"/>
                  <a:ea typeface="+mn-ea"/>
                  <a:cs typeface="+mn-cs"/>
                  <a:sym typeface="Open Sans"/>
                </a:defRPr>
              </a:pPr>
              <a:r>
                <a:rPr lang="es-ES" sz="2800" b="1">
                  <a:sym typeface="Open Sans"/>
                </a:rPr>
                <a:t>ACCESIBILIDAD WEB</a:t>
              </a:r>
              <a:endParaRPr lang="es-ES" b="0">
                <a:latin typeface="Open Sans Light"/>
                <a:ea typeface="Open Sans Light"/>
                <a:cs typeface="Open Sans Light"/>
                <a:sym typeface="Open Sans Light"/>
              </a:endParaRPr>
            </a:p>
          </p:txBody>
        </p:sp>
        <p:sp>
          <p:nvSpPr>
            <p:cNvPr id="217" name="Subtitle">
              <a:extLst>
                <a:ext uri="{FF2B5EF4-FFF2-40B4-BE49-F238E27FC236}">
                  <a16:creationId xmlns:a16="http://schemas.microsoft.com/office/drawing/2014/main" id="{E6A5CAF2-6F03-EF77-84F9-28B6701F90C7}"/>
                </a:ext>
              </a:extLst>
            </p:cNvPr>
            <p:cNvSpPr txBox="1"/>
            <p:nvPr/>
          </p:nvSpPr>
          <p:spPr>
            <a:xfrm>
              <a:off x="16532836" y="8251638"/>
              <a:ext cx="4909678" cy="410369"/>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lgn="ctr" defTabSz="584200">
                <a:defRPr sz="2000" spc="19"/>
              </a:lvl1pPr>
            </a:lstStyle>
            <a:p>
              <a:r>
                <a:rPr lang="es-ES"/>
                <a:t>Diseño Inclusivo para Todos los Usuarios</a:t>
              </a:r>
              <a:endParaRPr/>
            </a:p>
          </p:txBody>
        </p:sp>
        <p:sp>
          <p:nvSpPr>
            <p:cNvPr id="227" name="Círculo">
              <a:extLst>
                <a:ext uri="{FF2B5EF4-FFF2-40B4-BE49-F238E27FC236}">
                  <a16:creationId xmlns:a16="http://schemas.microsoft.com/office/drawing/2014/main" id="{2B207720-AC3B-C425-4DD7-79B6F4A33CA2}"/>
                </a:ext>
              </a:extLst>
            </p:cNvPr>
            <p:cNvSpPr/>
            <p:nvPr/>
          </p:nvSpPr>
          <p:spPr>
            <a:xfrm>
              <a:off x="17400175" y="3371042"/>
              <a:ext cx="3175001" cy="3175001"/>
            </a:xfrm>
            <a:prstGeom prst="ellipse">
              <a:avLst/>
            </a:prstGeom>
            <a:solidFill>
              <a:srgbClr val="FFFFFF"/>
            </a:solidFill>
            <a:ln w="76200">
              <a:solidFill>
                <a:srgbClr val="FF2600"/>
              </a:solidFill>
              <a:miter/>
            </a:ln>
          </p:spPr>
          <p:txBody>
            <a:bodyPr tIns="91439" bIns="91439" anchor="ctr"/>
            <a:lstStyle/>
            <a:p>
              <a:pPr algn="ctr"/>
              <a:endParaRPr sz="7200" b="1">
                <a:solidFill>
                  <a:srgbClr val="FF0000"/>
                </a:solidFill>
              </a:endParaRPr>
            </a:p>
          </p:txBody>
        </p:sp>
        <p:pic>
          <p:nvPicPr>
            <p:cNvPr id="10" name="Imagen 9" descr="Texto&#10;&#10;El contenido generado por IA puede ser incorrecto.">
              <a:extLst>
                <a:ext uri="{FF2B5EF4-FFF2-40B4-BE49-F238E27FC236}">
                  <a16:creationId xmlns:a16="http://schemas.microsoft.com/office/drawing/2014/main" id="{FC243B87-3D9C-38D4-F1DC-57316F1625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646826" y="4443246"/>
              <a:ext cx="2794525" cy="1117810"/>
            </a:xfrm>
            <a:prstGeom prst="rect">
              <a:avLst/>
            </a:prstGeom>
          </p:spPr>
        </p:pic>
      </p:grpSp>
    </p:spTree>
    <p:extLst>
      <p:ext uri="{BB962C8B-B14F-4D97-AF65-F5344CB8AC3E}">
        <p14:creationId xmlns:p14="http://schemas.microsoft.com/office/powerpoint/2010/main" val="3456669794"/>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ÍTULO PORTADILLA"/>
          <p:cNvSpPr txBox="1">
            <a:spLocks noGrp="1"/>
          </p:cNvSpPr>
          <p:nvPr>
            <p:ph type="body" idx="13"/>
          </p:nvPr>
        </p:nvSpPr>
        <p:spPr>
          <a:xfrm>
            <a:off x="1282470" y="8048024"/>
            <a:ext cx="10909037" cy="1107994"/>
          </a:xfrm>
          <a:prstGeom prst="rect">
            <a:avLst/>
          </a:prstGeom>
        </p:spPr>
        <p:txBody>
          <a:bodyPr/>
          <a:lstStyle/>
          <a:p>
            <a:pPr marL="0" indent="0">
              <a:buSzTx/>
              <a:buFontTx/>
              <a:buNone/>
              <a:defRPr sz="6000" spc="-300"/>
            </a:pPr>
            <a:r>
              <a:rPr lang="es-CL" dirty="0"/>
              <a:t>CONCLUSIONES</a:t>
            </a:r>
            <a:endParaRPr dirty="0">
              <a:latin typeface="Open Sans Extrabold"/>
              <a:ea typeface="Open Sans Extrabold"/>
              <a:cs typeface="Open Sans Extrabold"/>
              <a:sym typeface="Open Sans Extrabold"/>
            </a:endParaRPr>
          </a:p>
        </p:txBody>
      </p:sp>
      <p:sp>
        <p:nvSpPr>
          <p:cNvPr id="193" name="SUBTÍTULO PORTADILLA"/>
          <p:cNvSpPr txBox="1">
            <a:spLocks noGrp="1"/>
          </p:cNvSpPr>
          <p:nvPr>
            <p:ph type="body" idx="14"/>
          </p:nvPr>
        </p:nvSpPr>
        <p:spPr>
          <a:xfrm>
            <a:off x="1294726" y="9275142"/>
            <a:ext cx="19630965" cy="677106"/>
          </a:xfrm>
          <a:prstGeom prst="rect">
            <a:avLst/>
          </a:prstGeom>
        </p:spPr>
        <p:txBody>
          <a:bodyPr/>
          <a:lstStyle/>
          <a:p>
            <a:r>
              <a:rPr lang="es-ES" dirty="0"/>
              <a:t>Sistema de </a:t>
            </a:r>
            <a:r>
              <a:rPr lang="es-ES" b="1" dirty="0"/>
              <a:t>Telemetría y Automatización</a:t>
            </a:r>
            <a:endParaRPr lang="es-ES" dirty="0"/>
          </a:p>
        </p:txBody>
      </p:sp>
    </p:spTree>
    <p:extLst>
      <p:ext uri="{BB962C8B-B14F-4D97-AF65-F5344CB8AC3E}">
        <p14:creationId xmlns:p14="http://schemas.microsoft.com/office/powerpoint/2010/main" val="879467362"/>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l="58" r="58"/>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Conclusiones</a:t>
            </a:r>
            <a:endParaRPr dirty="0"/>
          </a:p>
          <a:p>
            <a:pPr marL="0" indent="0">
              <a:buSzTx/>
              <a:buFontTx/>
              <a:buNone/>
              <a:defRPr sz="4000" spc="-200"/>
            </a:pPr>
            <a:r>
              <a:rPr lang="es-ES" sz="4000" dirty="0"/>
              <a:t>SISTEMA DE ADQUISICIÓN Y TRANSMISIÓN DE DATOS</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2492988"/>
          </a:xfrm>
          <a:prstGeom prst="rect">
            <a:avLst/>
          </a:prstGeom>
        </p:spPr>
        <p:txBody>
          <a:bodyPr/>
          <a:lstStyle/>
          <a:p>
            <a:r>
              <a:rPr lang="es-ES" dirty="0"/>
              <a:t>El objetivo se cumple exitosamente con la implementación de middleware de integración, base de datos híbrida, </a:t>
            </a:r>
            <a:r>
              <a:rPr lang="es-ES" dirty="0" err="1"/>
              <a:t>broker</a:t>
            </a:r>
            <a:r>
              <a:rPr lang="es-ES" dirty="0"/>
              <a:t> MQTT con </a:t>
            </a:r>
            <a:r>
              <a:rPr lang="es-ES" dirty="0" err="1"/>
              <a:t>QoS</a:t>
            </a:r>
            <a:r>
              <a:rPr lang="es-ES" dirty="0"/>
              <a:t> 2, y sistema de buffer offline 24 horas.</a:t>
            </a:r>
            <a:endParaRPr lang="es-CL" dirty="0"/>
          </a:p>
          <a:p>
            <a:endParaRPr lang="es-CL" dirty="0"/>
          </a:p>
          <a:p>
            <a:endParaRPr lang="es-CL" dirty="0"/>
          </a:p>
        </p:txBody>
      </p:sp>
    </p:spTree>
    <p:extLst>
      <p:ext uri="{BB962C8B-B14F-4D97-AF65-F5344CB8AC3E}">
        <p14:creationId xmlns:p14="http://schemas.microsoft.com/office/powerpoint/2010/main" val="198815955"/>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t="83" b="83"/>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Conclusiones</a:t>
            </a:r>
            <a:endParaRPr dirty="0"/>
          </a:p>
          <a:p>
            <a:pPr marL="0" indent="0">
              <a:buSzTx/>
              <a:buFontTx/>
              <a:buNone/>
              <a:defRPr sz="4000" spc="-200"/>
            </a:pPr>
            <a:r>
              <a:rPr lang="es-ES" sz="4000" dirty="0"/>
              <a:t>PLATAFORMA WEB DE MONITOREO Y CONTROL</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3416318"/>
          </a:xfrm>
          <a:prstGeom prst="rect">
            <a:avLst/>
          </a:prstGeom>
        </p:spPr>
        <p:txBody>
          <a:bodyPr/>
          <a:lstStyle/>
          <a:p>
            <a:r>
              <a:rPr lang="es-ES" dirty="0"/>
              <a:t>Se implementa aplicación web full-</a:t>
            </a:r>
            <a:r>
              <a:rPr lang="es-ES" dirty="0" err="1"/>
              <a:t>stack</a:t>
            </a:r>
            <a:r>
              <a:rPr lang="es-ES" dirty="0"/>
              <a:t> responsiva con React.js + Node.js, proporcionando dashboard en tiempo real, control remoto de compuertas, gestión de usuarios RBAC, y generación de reportes descargables.</a:t>
            </a:r>
            <a:endParaRPr lang="es-CL" dirty="0"/>
          </a:p>
          <a:p>
            <a:endParaRPr lang="es-CL" dirty="0"/>
          </a:p>
          <a:p>
            <a:endParaRPr lang="es-CL" dirty="0"/>
          </a:p>
          <a:p>
            <a:endParaRPr lang="es-CL" dirty="0"/>
          </a:p>
        </p:txBody>
      </p:sp>
    </p:spTree>
    <p:extLst>
      <p:ext uri="{BB962C8B-B14F-4D97-AF65-F5344CB8AC3E}">
        <p14:creationId xmlns:p14="http://schemas.microsoft.com/office/powerpoint/2010/main" val="877553634"/>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l="58" r="58"/>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Conclusiones</a:t>
            </a:r>
            <a:endParaRPr dirty="0"/>
          </a:p>
          <a:p>
            <a:pPr marL="0" indent="0">
              <a:buSzTx/>
              <a:buFontTx/>
              <a:buNone/>
              <a:defRPr sz="4000" spc="-200"/>
            </a:pPr>
            <a:r>
              <a:rPr lang="es-ES" sz="4000" dirty="0"/>
              <a:t>SEGURIDAD INTEGRAL Y CUMPLIMIENTO NORMATIVO</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2031323"/>
          </a:xfrm>
          <a:prstGeom prst="rect">
            <a:avLst/>
          </a:prstGeom>
        </p:spPr>
        <p:txBody>
          <a:bodyPr/>
          <a:lstStyle/>
          <a:p>
            <a:r>
              <a:rPr lang="es-ES" dirty="0"/>
              <a:t>Se garantiza seguridad </a:t>
            </a:r>
            <a:r>
              <a:rPr lang="es-ES" dirty="0" err="1"/>
              <a:t>end-to-end</a:t>
            </a:r>
            <a:r>
              <a:rPr lang="es-ES" dirty="0"/>
              <a:t> mediante cifrado TLS 1.3, autenticación JWT, control de acceso RBAC, auditoría completa de operaciones, y cumplimiento de OWASP Top 10 y Ley 19.628 chilena.</a:t>
            </a:r>
            <a:endParaRPr lang="es-CL" dirty="0"/>
          </a:p>
          <a:p>
            <a:endParaRPr lang="es-CL" dirty="0"/>
          </a:p>
        </p:txBody>
      </p:sp>
    </p:spTree>
    <p:extLst>
      <p:ext uri="{BB962C8B-B14F-4D97-AF65-F5344CB8AC3E}">
        <p14:creationId xmlns:p14="http://schemas.microsoft.com/office/powerpoint/2010/main" val="3696906599"/>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Imagen"/>
          <p:cNvPicPr>
            <a:picLocks noGrp="1" noChangeAspect="1"/>
          </p:cNvPicPr>
          <p:nvPr>
            <p:ph type="pic" idx="13"/>
          </p:nvPr>
        </p:nvPicPr>
        <p:blipFill>
          <a:blip r:embed="rId3">
            <a:extLst>
              <a:ext uri="{28A0092B-C50C-407E-A947-70E740481C1C}">
                <a14:useLocalDpi xmlns:a14="http://schemas.microsoft.com/office/drawing/2010/main" val="0"/>
              </a:ext>
            </a:extLst>
          </a:blip>
          <a:srcRect l="58" r="58"/>
          <a:stretch/>
        </p:blipFill>
        <p:spPr>
          <a:prstGeom prst="rect">
            <a:avLst/>
          </a:prstGeom>
        </p:spPr>
      </p:pic>
      <p:sp>
        <p:nvSpPr>
          <p:cNvPr id="199" name="Título de la diapositiva…"/>
          <p:cNvSpPr txBox="1">
            <a:spLocks noGrp="1"/>
          </p:cNvSpPr>
          <p:nvPr>
            <p:ph type="body" idx="14"/>
          </p:nvPr>
        </p:nvSpPr>
        <p:spPr>
          <a:xfrm>
            <a:off x="10214433" y="3950120"/>
            <a:ext cx="13137935" cy="1723547"/>
          </a:xfrm>
          <a:prstGeom prst="rect">
            <a:avLst/>
          </a:prstGeom>
        </p:spPr>
        <p:txBody>
          <a:bodyPr/>
          <a:lstStyle/>
          <a:p>
            <a:pPr marL="0" indent="0">
              <a:buSzTx/>
              <a:buFontTx/>
              <a:buNone/>
              <a:defRPr sz="6000" b="1" spc="-300">
                <a:latin typeface="+mn-lt"/>
                <a:ea typeface="+mn-ea"/>
                <a:cs typeface="+mn-cs"/>
                <a:sym typeface="Open Sans"/>
              </a:defRPr>
            </a:pPr>
            <a:r>
              <a:rPr lang="es-CL" dirty="0"/>
              <a:t>Conclusiones</a:t>
            </a:r>
            <a:endParaRPr dirty="0"/>
          </a:p>
          <a:p>
            <a:pPr marL="0" indent="0">
              <a:buSzTx/>
              <a:buFontTx/>
              <a:buNone/>
              <a:defRPr sz="4000" spc="-200"/>
            </a:pPr>
            <a:r>
              <a:rPr lang="es-CL" sz="4000" dirty="0"/>
              <a:t>CAPACITACIÓN Y TRANSFERENCIA TECNOLÓGICA</a:t>
            </a:r>
            <a:endParaRPr dirty="0"/>
          </a:p>
        </p:txBody>
      </p:sp>
      <p:sp>
        <p:nvSpPr>
          <p:cNvPr id="200" name="Lorem ipsum dolor sit amet, consectetur adipiscing elit. Quisque a tristique dui, at elementum neque. In mi est, auctor ac efficitur sed, tincidunt in nisl. Ut et cursus purus. Nunc quis ligula sed nibh pharetra dapibus. Quisque finibus aliquam erat, non lacinia diam commodo at. Proin faucibus tellus eros, at euismod justo dignissim at. Ut sapien nisl, egestas eget elit vitae, scelerisque dignissim mi."/>
          <p:cNvSpPr txBox="1">
            <a:spLocks noGrp="1"/>
          </p:cNvSpPr>
          <p:nvPr>
            <p:ph type="body" idx="15"/>
          </p:nvPr>
        </p:nvSpPr>
        <p:spPr>
          <a:xfrm>
            <a:off x="10214434" y="6104221"/>
            <a:ext cx="11430001" cy="2031323"/>
          </a:xfrm>
          <a:prstGeom prst="rect">
            <a:avLst/>
          </a:prstGeom>
        </p:spPr>
        <p:txBody>
          <a:bodyPr/>
          <a:lstStyle/>
          <a:p>
            <a:r>
              <a:rPr lang="es-ES" dirty="0"/>
              <a:t>El programa capacita exitosamente a </a:t>
            </a:r>
            <a:r>
              <a:rPr lang="es-ES" b="1" dirty="0"/>
              <a:t>15-20 operadores y supervisores</a:t>
            </a:r>
            <a:r>
              <a:rPr lang="es-ES" dirty="0"/>
              <a:t> de la OUA San Javier, alcanzando </a:t>
            </a:r>
            <a:r>
              <a:rPr lang="es-ES" b="1" dirty="0"/>
              <a:t>100% de aprobación</a:t>
            </a:r>
            <a:r>
              <a:rPr lang="es-ES" dirty="0"/>
              <a:t> en evaluación práctica final. </a:t>
            </a:r>
            <a:endParaRPr lang="es-CL" dirty="0"/>
          </a:p>
          <a:p>
            <a:endParaRPr lang="es-CL" dirty="0"/>
          </a:p>
        </p:txBody>
      </p:sp>
    </p:spTree>
    <p:extLst>
      <p:ext uri="{BB962C8B-B14F-4D97-AF65-F5344CB8AC3E}">
        <p14:creationId xmlns:p14="http://schemas.microsoft.com/office/powerpoint/2010/main" val="3149534998"/>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517E8-82F7-D16E-35E2-1642B380CA5F}"/>
            </a:ext>
          </a:extLst>
        </p:cNvPr>
        <p:cNvGrpSpPr/>
        <p:nvPr/>
      </p:nvGrpSpPr>
      <p:grpSpPr>
        <a:xfrm>
          <a:off x="0" y="0"/>
          <a:ext cx="0" cy="0"/>
          <a:chOff x="0" y="0"/>
          <a:chExt cx="0" cy="0"/>
        </a:xfrm>
      </p:grpSpPr>
      <p:sp>
        <p:nvSpPr>
          <p:cNvPr id="173" name="TÍTULO DE LA PRESENTACIÓN">
            <a:extLst>
              <a:ext uri="{FF2B5EF4-FFF2-40B4-BE49-F238E27FC236}">
                <a16:creationId xmlns:a16="http://schemas.microsoft.com/office/drawing/2014/main" id="{3463AE4B-2574-DEB5-FA10-FCF91E3DF361}"/>
              </a:ext>
            </a:extLst>
          </p:cNvPr>
          <p:cNvSpPr txBox="1">
            <a:spLocks noGrp="1"/>
          </p:cNvSpPr>
          <p:nvPr>
            <p:ph type="body" idx="13"/>
          </p:nvPr>
        </p:nvSpPr>
        <p:spPr>
          <a:xfrm>
            <a:off x="3302000" y="4512247"/>
            <a:ext cx="17780000" cy="2954653"/>
          </a:xfrm>
          <a:prstGeom prst="rect">
            <a:avLst/>
          </a:prstGeom>
        </p:spPr>
        <p:txBody>
          <a:bodyPr/>
          <a:lstStyle/>
          <a:p>
            <a:pPr marL="0" indent="0" algn="ctr">
              <a:buSzTx/>
              <a:buFontTx/>
              <a:buNone/>
              <a:defRPr sz="9000" spc="-450">
                <a:solidFill>
                  <a:srgbClr val="5E5E5E"/>
                </a:solidFill>
                <a:latin typeface="+mn-lt"/>
                <a:ea typeface="+mn-ea"/>
                <a:cs typeface="+mn-cs"/>
                <a:sym typeface="Open Sans"/>
              </a:defRPr>
            </a:pPr>
            <a:r>
              <a:rPr lang="es-ES" sz="9000" spc="-450" dirty="0">
                <a:solidFill>
                  <a:srgbClr val="5E5E5E"/>
                </a:solidFill>
                <a:sym typeface="Open Sans"/>
              </a:rPr>
              <a:t>Sistema de </a:t>
            </a:r>
            <a:r>
              <a:rPr lang="es-ES" sz="9000" b="1" spc="-450" dirty="0">
                <a:solidFill>
                  <a:srgbClr val="5E5E5E"/>
                </a:solidFill>
                <a:sym typeface="Open Sans"/>
              </a:rPr>
              <a:t>Telemetría y Automatización</a:t>
            </a:r>
            <a:endParaRPr lang="es-CL" sz="9000" b="1" spc="-450" dirty="0">
              <a:solidFill>
                <a:srgbClr val="5E5E5E"/>
              </a:solidFill>
              <a:sym typeface="Open Sans"/>
            </a:endParaRPr>
          </a:p>
        </p:txBody>
      </p:sp>
      <p:sp>
        <p:nvSpPr>
          <p:cNvPr id="174" name="SUBTÍTULO DE LA PRESENTACIÓN">
            <a:extLst>
              <a:ext uri="{FF2B5EF4-FFF2-40B4-BE49-F238E27FC236}">
                <a16:creationId xmlns:a16="http://schemas.microsoft.com/office/drawing/2014/main" id="{A12CB838-CA71-7C20-B144-D7293AB4CB49}"/>
              </a:ext>
            </a:extLst>
          </p:cNvPr>
          <p:cNvSpPr txBox="1">
            <a:spLocks noGrp="1"/>
          </p:cNvSpPr>
          <p:nvPr>
            <p:ph type="body" idx="14"/>
          </p:nvPr>
        </p:nvSpPr>
        <p:spPr>
          <a:xfrm>
            <a:off x="3302000" y="7252400"/>
            <a:ext cx="17780000" cy="677106"/>
          </a:xfrm>
          <a:prstGeom prst="rect">
            <a:avLst/>
          </a:prstGeom>
        </p:spPr>
        <p:txBody>
          <a:bodyPr/>
          <a:lstStyle/>
          <a:p>
            <a:r>
              <a:rPr lang="es-ES" dirty="0"/>
              <a:t>INGENIERÍA EN INFORMÁTICA</a:t>
            </a:r>
            <a:endParaRPr dirty="0"/>
          </a:p>
        </p:txBody>
      </p:sp>
    </p:spTree>
    <p:extLst>
      <p:ext uri="{BB962C8B-B14F-4D97-AF65-F5344CB8AC3E}">
        <p14:creationId xmlns:p14="http://schemas.microsoft.com/office/powerpoint/2010/main" val="112158112"/>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243912"/>
      </p:ext>
    </p:extLst>
  </p:cSld>
  <p:clrMapOvr>
    <a:masterClrMapping/>
  </p:clrMapOvr>
  <p:transition spd="med"/>
</p:sld>
</file>

<file path=ppt/theme/theme1.xml><?xml version="1.0" encoding="utf-8"?>
<a:theme xmlns:a="http://schemas.openxmlformats.org/drawingml/2006/main" name="Tema de Office">
  <a:themeElements>
    <a:clrScheme name="Tema de Office">
      <a:dk1>
        <a:srgbClr val="535353"/>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Tema de Office">
      <a:majorFont>
        <a:latin typeface="Open Sans"/>
        <a:ea typeface="Open Sans"/>
        <a:cs typeface="Open Sans"/>
      </a:majorFont>
      <a:minorFont>
        <a:latin typeface="Open Sans"/>
        <a:ea typeface="Open Sans"/>
        <a:cs typeface="Open Sans"/>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12941"/>
          </a:schemeClr>
        </a:solidFill>
        <a:ln w="12700" cap="flat">
          <a:noFill/>
          <a:miter lim="400000"/>
        </a:ln>
        <a:effectLst/>
        <a:sp3d/>
      </a:spPr>
      <a:bodyPr rot="0" spcFirstLastPara="1" vertOverflow="overflow" horzOverflow="overflow" vert="horz" wrap="square" lIns="63500" tIns="63500" rIns="63500" bIns="635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4000" b="1" i="0" u="none" strike="noStrike" cap="none" spc="0" normalizeH="0" baseline="0">
            <a:ln>
              <a:noFill/>
            </a:ln>
            <a:solidFill>
              <a:srgbClr val="FFFFFF"/>
            </a:solidFill>
            <a:effectLst/>
            <a:uFillTx/>
            <a:latin typeface="+mn-lt"/>
            <a:ea typeface="+mn-ea"/>
            <a:cs typeface="+mn-cs"/>
            <a:sym typeface="Open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Tema de Office">
      <a:majorFont>
        <a:latin typeface="Open Sans"/>
        <a:ea typeface="Open Sans"/>
        <a:cs typeface="Open Sans"/>
      </a:majorFont>
      <a:minorFont>
        <a:latin typeface="Open Sans"/>
        <a:ea typeface="Open Sans"/>
        <a:cs typeface="Open Sans"/>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12941"/>
          </a:schemeClr>
        </a:solidFill>
        <a:ln w="12700" cap="flat">
          <a:noFill/>
          <a:miter lim="400000"/>
        </a:ln>
        <a:effectLst/>
        <a:sp3d/>
      </a:spPr>
      <a:bodyPr rot="0" spcFirstLastPara="1" vertOverflow="overflow" horzOverflow="overflow" vert="horz" wrap="square" lIns="63500" tIns="63500" rIns="63500" bIns="635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4000" b="1" i="0" u="none" strike="noStrike" cap="none" spc="0" normalizeH="0" baseline="0">
            <a:ln>
              <a:noFill/>
            </a:ln>
            <a:solidFill>
              <a:srgbClr val="FFFFFF"/>
            </a:solidFill>
            <a:effectLst/>
            <a:uFillTx/>
            <a:latin typeface="+mn-lt"/>
            <a:ea typeface="+mn-ea"/>
            <a:cs typeface="+mn-cs"/>
            <a:sym typeface="Open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000" b="0" i="0" u="none" strike="noStrike" cap="none" spc="-150" normalizeH="0" baseline="0">
            <a:ln>
              <a:noFill/>
            </a:ln>
            <a:solidFill>
              <a:srgbClr val="535353"/>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EFD7502E7E2B4FAC0E68959BFB409B" ma:contentTypeVersion="18" ma:contentTypeDescription="Create a new document." ma:contentTypeScope="" ma:versionID="05735a0a78b742b9e87d251a73c605aa">
  <xsd:schema xmlns:xsd="http://www.w3.org/2001/XMLSchema" xmlns:xs="http://www.w3.org/2001/XMLSchema" xmlns:p="http://schemas.microsoft.com/office/2006/metadata/properties" xmlns:ns3="474ebd2b-5879-4920-8218-99ce2f858d25" xmlns:ns4="38b73741-71f9-4426-b975-6e6e7e1272b5" targetNamespace="http://schemas.microsoft.com/office/2006/metadata/properties" ma:root="true" ma:fieldsID="9afe488b510dd4f0fca43fc9378ba8e1" ns3:_="" ns4:_="">
    <xsd:import namespace="474ebd2b-5879-4920-8218-99ce2f858d25"/>
    <xsd:import namespace="38b73741-71f9-4426-b975-6e6e7e1272b5"/>
    <xsd:element name="properties">
      <xsd:complexType>
        <xsd:sequence>
          <xsd:element name="documentManagement">
            <xsd:complexType>
              <xsd:all>
                <xsd:element ref="ns3:MediaServiceMetadata" minOccurs="0"/>
                <xsd:element ref="ns3:MediaServiceFastMetadata"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4ebd2b-5879-4920-8218-99ce2f858d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b73741-71f9-4426-b975-6e6e7e1272b5"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74ebd2b-5879-4920-8218-99ce2f858d25" xsi:nil="true"/>
  </documentManagement>
</p:properties>
</file>

<file path=customXml/itemProps1.xml><?xml version="1.0" encoding="utf-8"?>
<ds:datastoreItem xmlns:ds="http://schemas.openxmlformats.org/officeDocument/2006/customXml" ds:itemID="{150E9048-89F7-4C69-AFB7-F36D03B5F66A}">
  <ds:schemaRefs>
    <ds:schemaRef ds:uri="http://schemas.microsoft.com/sharepoint/v3/contenttype/forms"/>
  </ds:schemaRefs>
</ds:datastoreItem>
</file>

<file path=customXml/itemProps2.xml><?xml version="1.0" encoding="utf-8"?>
<ds:datastoreItem xmlns:ds="http://schemas.openxmlformats.org/officeDocument/2006/customXml" ds:itemID="{B575A9FE-8A0E-4F08-8739-1865794378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4ebd2b-5879-4920-8218-99ce2f858d25"/>
    <ds:schemaRef ds:uri="38b73741-71f9-4426-b975-6e6e7e1272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4FF2605-C940-473E-ACDB-861C3C084475}">
  <ds:schemaRefs>
    <ds:schemaRef ds:uri="http://schemas.microsoft.com/office/2006/documentManagement/types"/>
    <ds:schemaRef ds:uri="http://purl.org/dc/terms/"/>
    <ds:schemaRef ds:uri="http://purl.org/dc/dcmitype/"/>
    <ds:schemaRef ds:uri="http://schemas.microsoft.com/office/2006/metadata/properties"/>
    <ds:schemaRef ds:uri="http://schemas.microsoft.com/office/infopath/2007/PartnerControls"/>
    <ds:schemaRef ds:uri="http://www.w3.org/XML/1998/namespace"/>
    <ds:schemaRef ds:uri="http://purl.org/dc/elements/1.1/"/>
    <ds:schemaRef ds:uri="http://schemas.openxmlformats.org/package/2006/metadata/core-properties"/>
    <ds:schemaRef ds:uri="38b73741-71f9-4426-b975-6e6e7e1272b5"/>
    <ds:schemaRef ds:uri="474ebd2b-5879-4920-8218-99ce2f858d25"/>
  </ds:schemaRefs>
</ds:datastoreItem>
</file>

<file path=docProps/app.xml><?xml version="1.0" encoding="utf-8"?>
<Properties xmlns="http://schemas.openxmlformats.org/officeDocument/2006/extended-properties" xmlns:vt="http://schemas.openxmlformats.org/officeDocument/2006/docPropsVTypes">
  <TotalTime>5828</TotalTime>
  <Words>4668</Words>
  <Application>Microsoft Office PowerPoint</Application>
  <PresentationFormat>Personalizado</PresentationFormat>
  <Paragraphs>372</Paragraphs>
  <Slides>55</Slides>
  <Notes>50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55</vt:i4>
      </vt:variant>
    </vt:vector>
  </HeadingPairs>
  <TitlesOfParts>
    <vt:vector size="61" baseType="lpstr">
      <vt:lpstr>Arial</vt:lpstr>
      <vt:lpstr>Nunito</vt:lpstr>
      <vt:lpstr>Open Sans</vt:lpstr>
      <vt:lpstr>Open Sans Extrabold</vt:lpstr>
      <vt:lpstr>Open Sans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Tania Briceño Román</dc:creator>
  <cp:lastModifiedBy>GONZALO ANDRES SCOLARI OLIVARES</cp:lastModifiedBy>
  <cp:revision>26</cp:revision>
  <dcterms:modified xsi:type="dcterms:W3CDTF">2025-11-17T22:44:19Z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0x01010061EFD7502E7E2B4FAC0E68959BFB409B</vt:lpwstr>
  </property>
  <property fmtid="{D5CDD505-2E9C-101B-9397-08002B2CF9AE}" pid="3" name="Order">
    <vt:r8>168600</vt:r8>
  </property>
  <property fmtid="{D5CDD505-2E9C-101B-9397-08002B2CF9AE}" pid="4" name="Título">
    <vt:lpwstr>Presentación de PowerPoint</vt:lpwstr>
  </property>
</Properties>
</file>